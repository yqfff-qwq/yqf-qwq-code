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421" r:id="rId5"/>
    <p:sldId id="422" r:id="rId6"/>
    <p:sldId id="419" r:id="rId7"/>
    <p:sldId id="420" r:id="rId8"/>
    <p:sldId id="423" r:id="rId9"/>
    <p:sldId id="424" r:id="rId10"/>
    <p:sldId id="425" r:id="rId11"/>
    <p:sldId id="426" r:id="rId12"/>
    <p:sldId id="427" r:id="rId13"/>
    <p:sldId id="428" r:id="rId14"/>
    <p:sldId id="430" r:id="rId15"/>
    <p:sldId id="429" r:id="rId16"/>
    <p:sldId id="433" r:id="rId17"/>
    <p:sldId id="431" r:id="rId18"/>
    <p:sldId id="432" r:id="rId19"/>
    <p:sldId id="434" r:id="rId20"/>
    <p:sldId id="435" r:id="rId21"/>
    <p:sldId id="436" r:id="rId22"/>
    <p:sldId id="437" r:id="rId23"/>
    <p:sldId id="439" r:id="rId24"/>
    <p:sldId id="438" r:id="rId25"/>
    <p:sldId id="440" r:id="rId26"/>
    <p:sldId id="441" r:id="rId27"/>
    <p:sldId id="442" r:id="rId28"/>
    <p:sldId id="443" r:id="rId29"/>
    <p:sldId id="444" r:id="rId30"/>
    <p:sldId id="445" r:id="rId31"/>
    <p:sldId id="446" r:id="rId32"/>
    <p:sldId id="447" r:id="rId33"/>
    <p:sldId id="448" r:id="rId34"/>
    <p:sldId id="449" r:id="rId35"/>
    <p:sldId id="450" r:id="rId36"/>
    <p:sldId id="480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D1C9405-1219-45F3-8B72-BD75506A68A3}">
          <p14:sldIdLst>
            <p14:sldId id="256"/>
            <p14:sldId id="257"/>
            <p14:sldId id="258"/>
            <p14:sldId id="421"/>
            <p14:sldId id="422"/>
            <p14:sldId id="419"/>
            <p14:sldId id="420"/>
            <p14:sldId id="423"/>
            <p14:sldId id="424"/>
            <p14:sldId id="425"/>
            <p14:sldId id="426"/>
            <p14:sldId id="427"/>
            <p14:sldId id="428"/>
            <p14:sldId id="430"/>
            <p14:sldId id="429"/>
            <p14:sldId id="433"/>
            <p14:sldId id="431"/>
            <p14:sldId id="432"/>
            <p14:sldId id="434"/>
            <p14:sldId id="435"/>
            <p14:sldId id="436"/>
            <p14:sldId id="437"/>
            <p14:sldId id="439"/>
            <p14:sldId id="438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9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86C0"/>
    <a:srgbClr val="B5CEA8"/>
    <a:srgbClr val="DCDCAA"/>
    <a:srgbClr val="D4D4D4"/>
    <a:srgbClr val="4EC9B0"/>
    <a:srgbClr val="569CD6"/>
    <a:srgbClr val="9CDCFE"/>
    <a:srgbClr val="FFD700"/>
    <a:srgbClr val="DA70D6"/>
    <a:srgbClr val="CE91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0" autoAdjust="0"/>
    <p:restoredTop sz="95455" autoAdjust="0"/>
  </p:normalViewPr>
  <p:slideViewPr>
    <p:cSldViewPr>
      <p:cViewPr varScale="1">
        <p:scale>
          <a:sx n="151" d="100"/>
          <a:sy n="151" d="100"/>
        </p:scale>
        <p:origin x="2064" y="150"/>
      </p:cViewPr>
      <p:guideLst>
        <p:guide orient="horz" pos="2160"/>
        <p:guide pos="49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218ED-E107-436D-A73F-637C7F00A20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47DC8-DDCB-46F3-B10F-0C05297286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65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03B1B-581E-494D-8612-577FD2B6EDF3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60703-D257-43C2-AC42-F04ADD16DC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7143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fld id="{6C90CF8E-C699-4F8B-9B75-B82487EEBFB2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fld id="{5F4BB028-0E88-438A-AE1B-730E708E24E5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  <a:lvl4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4pPr>
            <a:lvl5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fld id="{5F4BB028-0E88-438A-AE1B-730E708E24E5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7194-AB03-4748-B228-23A109441780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D950-EE68-4E68-A137-E6719E88616F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8447-EB78-4A7D-AAD0-0E9D5563C75B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05C9-09D8-4840-A70E-65E153C7358A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C8CB-2F14-41D0-8E74-C9EAACFAC1C2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B34B-4D2A-4589-88F4-99145B0AF7FB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831-A782-4931-907D-C75DB5FC2DDA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C1567-6875-49C3-8A29-68B6D842D70D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EC86-E7DC-4C47-8830-D2F1FA1FB4D8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5EEE8-3541-4288-9EBF-83AF22A3F607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Chinese_zjc_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BB028-0E88-438A-AE1B-730E708E24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16.xml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34.xml"/><Relationship Id="rId4" Type="http://schemas.openxmlformats.org/officeDocument/2006/relationships/slide" Target="slide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620688"/>
            <a:ext cx="7702624" cy="5040559"/>
          </a:xfrm>
        </p:spPr>
        <p:txBody>
          <a:bodyPr>
            <a:noAutofit/>
          </a:bodyPr>
          <a:lstStyle/>
          <a:p>
            <a:r>
              <a:rPr lang="zh-CN" altLang="en-US" sz="1973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高精度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2F17-03C4-40DF-8FA9-84A89B5BFA7B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1E1E1E"/>
          </a:solidFill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写在前面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根据</a:t>
                </a:r>
                <a:r>
                  <a:rPr lang="en-US" altLang="zh-CN" dirty="0"/>
                  <a:t>C++98</a:t>
                </a:r>
                <a:r>
                  <a:rPr lang="zh-CN" altLang="en-US" dirty="0"/>
                  <a:t>标准的基本内置类型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整型最大能存储</a:t>
                </a:r>
                <a:r>
                  <a:rPr lang="en-US" altLang="zh-CN" dirty="0">
                    <a:solidFill>
                      <a:srgbClr val="B5CEA8"/>
                    </a:solidFill>
                  </a:rPr>
                  <a:t>18446744073709551616(2^64)</a:t>
                </a:r>
                <a:r>
                  <a:rPr lang="zh-CN" altLang="en-US" dirty="0"/>
                  <a:t>种不同的数值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而浮点类型也能支持非常多的运算</a:t>
                </a:r>
                <a:r>
                  <a:rPr lang="en-US" altLang="zh-CN" dirty="0"/>
                  <a:t>.</a:t>
                </a:r>
              </a:p>
              <a:p>
                <a:r>
                  <a:rPr lang="zh-CN" altLang="en-US" dirty="0"/>
                  <a:t>但是如果我们把数据范围开到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精度要求精确到小数点后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zh-CN" altLang="en-US" dirty="0"/>
                  <a:t>位呢</a:t>
                </a:r>
                <a:r>
                  <a:rPr lang="en-US" altLang="zh-CN" dirty="0"/>
                  <a:t>?</a:t>
                </a:r>
              </a:p>
              <a:p>
                <a:r>
                  <a:rPr lang="zh-CN" altLang="en-US" dirty="0"/>
                  <a:t>功亏一篑</a:t>
                </a:r>
                <a:r>
                  <a:rPr lang="en-US" altLang="zh-CN" dirty="0"/>
                  <a:t>!</a:t>
                </a:r>
              </a:p>
              <a:p>
                <a:r>
                  <a:rPr lang="zh-CN" altLang="en-US" dirty="0"/>
                  <a:t>这时候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我们就需要用到高精度来帮助我们计算了</a:t>
                </a:r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l="-1630" t="-1709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DDB-069C-4BDC-8EA1-FB21429B4FA6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7000" dirty="0">
                <a:hlinkClick r:id="rId2" action="ppaction://hlinksldjump"/>
              </a:rPr>
              <a:t>构造</a:t>
            </a:r>
            <a:endParaRPr lang="en-US" altLang="zh-CN" sz="7000" dirty="0">
              <a:solidFill>
                <a:schemeClr val="bg1"/>
              </a:solidFill>
            </a:endParaRPr>
          </a:p>
          <a:p>
            <a:r>
              <a:rPr lang="zh-CN" altLang="en-US" sz="7000" dirty="0">
                <a:solidFill>
                  <a:schemeClr val="bg1"/>
                </a:solidFill>
                <a:hlinkClick r:id="rId3" action="ppaction://hlinksldjump"/>
              </a:rPr>
              <a:t>四则运算</a:t>
            </a:r>
            <a:endParaRPr lang="en-US" altLang="zh-CN" sz="7000" dirty="0"/>
          </a:p>
          <a:p>
            <a:r>
              <a:rPr lang="zh-CN" altLang="en-US" sz="7000" dirty="0">
                <a:hlinkClick r:id="rId4" action="ppaction://hlinksldjump"/>
              </a:rPr>
              <a:t>其他操作</a:t>
            </a:r>
            <a:endParaRPr lang="en-US" altLang="zh-CN" sz="7000" dirty="0">
              <a:solidFill>
                <a:schemeClr val="bg1"/>
              </a:solidFill>
            </a:endParaRPr>
          </a:p>
          <a:p>
            <a:r>
              <a:rPr lang="zh-CN" altLang="en-US" sz="7000" dirty="0">
                <a:solidFill>
                  <a:schemeClr val="bg1"/>
                </a:solidFill>
              </a:rPr>
              <a:t>作业</a:t>
            </a:r>
            <a:endParaRPr lang="en-US" altLang="zh-CN" sz="7000" dirty="0">
              <a:solidFill>
                <a:schemeClr val="bg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ED58-C578-43A9-BF03-E00A8A2EE675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7000" dirty="0"/>
              <a:t>构造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高精度的本质就是把每一位都存下来</a:t>
            </a:r>
            <a:r>
              <a:rPr lang="en-US" altLang="zh-CN" dirty="0"/>
              <a:t>,</a:t>
            </a:r>
            <a:r>
              <a:rPr lang="zh-CN" altLang="en-US" dirty="0"/>
              <a:t>然后一位一位单独处理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要构造一个高精度类型对象</a:t>
            </a:r>
            <a:r>
              <a:rPr lang="en-US" altLang="zh-CN" dirty="0"/>
              <a:t>,</a:t>
            </a:r>
            <a:r>
              <a:rPr lang="zh-CN" altLang="en-US" dirty="0"/>
              <a:t>我们首先需要给它分配内存空间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很简单</a:t>
            </a:r>
            <a:r>
              <a:rPr lang="en-US" altLang="zh-CN" dirty="0"/>
              <a:t>,</a:t>
            </a:r>
            <a:r>
              <a:rPr lang="zh-CN" altLang="en-US" dirty="0"/>
              <a:t>只需要开一个</a:t>
            </a:r>
            <a:r>
              <a:rPr lang="en-US" altLang="zh-CN" dirty="0">
                <a:solidFill>
                  <a:srgbClr val="4EC9B0"/>
                </a:solidFill>
              </a:rPr>
              <a:t>std</a:t>
            </a:r>
            <a:r>
              <a:rPr lang="en-US" altLang="zh-CN" dirty="0">
                <a:solidFill>
                  <a:srgbClr val="D4D4D4"/>
                </a:solidFill>
              </a:rPr>
              <a:t>::</a:t>
            </a:r>
            <a:r>
              <a:rPr lang="en-US" altLang="zh-CN" dirty="0">
                <a:solidFill>
                  <a:srgbClr val="4EC9B0"/>
                </a:solidFill>
              </a:rPr>
              <a:t>vector</a:t>
            </a:r>
            <a:r>
              <a:rPr lang="en-US" altLang="zh-CN" dirty="0">
                <a:solidFill>
                  <a:srgbClr val="D4D4D4"/>
                </a:solidFill>
              </a:rPr>
              <a:t>&lt;</a:t>
            </a:r>
            <a:r>
              <a:rPr lang="en-US" altLang="zh-CN" dirty="0">
                <a:solidFill>
                  <a:srgbClr val="569CD6"/>
                </a:solidFill>
              </a:rPr>
              <a:t>int</a:t>
            </a:r>
            <a:r>
              <a:rPr lang="en-US" altLang="zh-CN" dirty="0">
                <a:solidFill>
                  <a:srgbClr val="D4D4D4"/>
                </a:solidFill>
              </a:rPr>
              <a:t>&gt;</a:t>
            </a:r>
            <a:r>
              <a:rPr lang="zh-CN" altLang="en-US" dirty="0"/>
              <a:t>就可以存了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然后我们可能还需要一个</a:t>
            </a:r>
            <a:r>
              <a:rPr lang="en-US" altLang="zh-CN" dirty="0">
                <a:solidFill>
                  <a:srgbClr val="569CD6"/>
                </a:solidFill>
              </a:rPr>
              <a:t>bool</a:t>
            </a:r>
            <a:r>
              <a:rPr lang="zh-CN" altLang="en-US" dirty="0"/>
              <a:t>以存储正负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如果是浮点数的话</a:t>
            </a:r>
            <a:r>
              <a:rPr lang="en-US" altLang="zh-CN" dirty="0"/>
              <a:t>,</a:t>
            </a:r>
            <a:r>
              <a:rPr lang="zh-CN" altLang="en-US" dirty="0"/>
              <a:t>我们还需要存阶码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下面为了简便</a:t>
            </a:r>
            <a:r>
              <a:rPr lang="en-US" altLang="zh-CN" dirty="0"/>
              <a:t>,</a:t>
            </a:r>
            <a:r>
              <a:rPr lang="zh-CN" altLang="en-US" dirty="0"/>
              <a:t>我们只考虑自然数的情况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1047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6A9955"/>
                </a:solidFill>
              </a:rPr>
              <a:t>//This Code was made by Chinese_zjc_.</a:t>
            </a:r>
            <a:endParaRPr lang="en-US" altLang="zh-CN" sz="2700" dirty="0">
              <a:solidFill>
                <a:srgbClr val="D4D4D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C586C0"/>
                </a:solidFill>
              </a:rPr>
              <a:t>#include</a:t>
            </a:r>
            <a:r>
              <a:rPr lang="en-US" altLang="zh-CN" sz="2700" dirty="0">
                <a:solidFill>
                  <a:srgbClr val="569CD6"/>
                </a:solidFill>
              </a:rPr>
              <a:t> </a:t>
            </a:r>
            <a:r>
              <a:rPr lang="en-US" altLang="zh-CN" sz="2700" dirty="0">
                <a:solidFill>
                  <a:srgbClr val="CE9178"/>
                </a:solidFill>
              </a:rPr>
              <a:t>&lt;vector&gt;</a:t>
            </a:r>
            <a:endParaRPr lang="en-US" altLang="zh-CN" sz="2700" dirty="0">
              <a:solidFill>
                <a:srgbClr val="D4D4D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C586C0"/>
                </a:solidFill>
              </a:rPr>
              <a:t>#include</a:t>
            </a:r>
            <a:r>
              <a:rPr lang="en-US" altLang="zh-CN" sz="2700" dirty="0">
                <a:solidFill>
                  <a:srgbClr val="569CD6"/>
                </a:solidFill>
              </a:rPr>
              <a:t> </a:t>
            </a:r>
            <a:r>
              <a:rPr lang="en-US" altLang="zh-CN" sz="2700" dirty="0">
                <a:solidFill>
                  <a:srgbClr val="CE9178"/>
                </a:solidFill>
              </a:rPr>
              <a:t>&lt;cstdio&gt;</a:t>
            </a:r>
            <a:endParaRPr lang="en-US" altLang="zh-CN" sz="2700" dirty="0">
              <a:solidFill>
                <a:srgbClr val="D4D4D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C586C0"/>
                </a:solidFill>
              </a:rPr>
              <a:t>#include</a:t>
            </a:r>
            <a:r>
              <a:rPr lang="en-US" altLang="zh-CN" sz="2700" dirty="0">
                <a:solidFill>
                  <a:srgbClr val="569CD6"/>
                </a:solidFill>
              </a:rPr>
              <a:t> </a:t>
            </a:r>
            <a:r>
              <a:rPr lang="en-US" altLang="zh-CN" sz="2700" dirty="0">
                <a:solidFill>
                  <a:srgbClr val="CE9178"/>
                </a:solidFill>
              </a:rPr>
              <a:t>&lt;string&gt;</a:t>
            </a:r>
            <a:endParaRPr lang="en-US" altLang="zh-CN" sz="2700" dirty="0">
              <a:solidFill>
                <a:srgbClr val="D4D4D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C586C0"/>
                </a:solidFill>
              </a:rPr>
              <a:t>#include</a:t>
            </a:r>
            <a:r>
              <a:rPr lang="en-US" altLang="zh-CN" sz="2700" dirty="0">
                <a:solidFill>
                  <a:srgbClr val="569CD6"/>
                </a:solidFill>
              </a:rPr>
              <a:t> </a:t>
            </a:r>
            <a:r>
              <a:rPr lang="en-US" altLang="zh-CN" sz="2700" dirty="0">
                <a:solidFill>
                  <a:srgbClr val="CE9178"/>
                </a:solidFill>
              </a:rPr>
              <a:t>&lt;algorithm&gt;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 </a:t>
            </a:r>
            <a:r>
              <a:rPr lang="en-US" altLang="zh-CN" sz="2700" dirty="0">
                <a:solidFill>
                  <a:srgbClr val="569CD6"/>
                </a:solidFill>
              </a:rPr>
              <a:t>class</a:t>
            </a:r>
            <a:r>
              <a:rPr lang="en-US" altLang="zh-CN" sz="2700" dirty="0"/>
              <a:t> </a:t>
            </a:r>
            <a:r>
              <a:rPr lang="en-US" altLang="zh-CN" sz="2700" dirty="0">
                <a:solidFill>
                  <a:srgbClr val="4EC9B0"/>
                </a:solidFill>
              </a:rPr>
              <a:t>bigint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 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 </a:t>
            </a:r>
            <a:r>
              <a:rPr lang="en-US" altLang="zh-CN" sz="2700" dirty="0">
                <a:solidFill>
                  <a:srgbClr val="569CD6"/>
                </a:solidFill>
              </a:rPr>
              <a:t>private</a:t>
            </a:r>
            <a:r>
              <a:rPr lang="en-US" altLang="zh-CN" sz="2700" dirty="0">
                <a:solidFill>
                  <a:srgbClr val="D4D4D4"/>
                </a:solidFill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 </a:t>
            </a:r>
            <a:r>
              <a:rPr lang="en-US" altLang="zh-CN" sz="2700" dirty="0"/>
              <a:t>    </a:t>
            </a:r>
            <a:r>
              <a:rPr lang="en-US" altLang="zh-CN" sz="2700" dirty="0">
                <a:solidFill>
                  <a:srgbClr val="4EC9B0"/>
                </a:solidFill>
              </a:rPr>
              <a:t>std</a:t>
            </a:r>
            <a:r>
              <a:rPr lang="en-US" altLang="zh-CN" sz="2700" dirty="0">
                <a:solidFill>
                  <a:srgbClr val="D4D4D4"/>
                </a:solidFill>
              </a:rPr>
              <a:t>::</a:t>
            </a:r>
            <a:r>
              <a:rPr lang="en-US" altLang="zh-CN" sz="2700" dirty="0">
                <a:solidFill>
                  <a:srgbClr val="4EC9B0"/>
                </a:solidFill>
              </a:rPr>
              <a:t>vector</a:t>
            </a:r>
            <a:r>
              <a:rPr lang="en-US" altLang="zh-CN" sz="2700" dirty="0">
                <a:solidFill>
                  <a:srgbClr val="D4D4D4"/>
                </a:solidFill>
              </a:rPr>
              <a:t>&lt;</a:t>
            </a:r>
            <a:r>
              <a:rPr lang="en-US" altLang="zh-CN" sz="2700" dirty="0">
                <a:solidFill>
                  <a:srgbClr val="569CD6"/>
                </a:solidFill>
              </a:rPr>
              <a:t>int</a:t>
            </a:r>
            <a:r>
              <a:rPr lang="en-US" altLang="zh-CN" sz="2700" dirty="0">
                <a:solidFill>
                  <a:srgbClr val="D4D4D4"/>
                </a:solidFill>
              </a:rPr>
              <a:t>&gt;</a:t>
            </a:r>
            <a:r>
              <a:rPr lang="en-US" altLang="zh-CN" sz="2700" dirty="0"/>
              <a:t> </a:t>
            </a:r>
            <a:r>
              <a:rPr lang="en-US" altLang="zh-CN" sz="2700" dirty="0">
                <a:solidFill>
                  <a:srgbClr val="9CDCFE"/>
                </a:solidFill>
              </a:rPr>
              <a:t>num</a:t>
            </a:r>
            <a:r>
              <a:rPr lang="en-US" altLang="zh-CN" sz="27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 };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7200" y="5843811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本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PPT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提供代码均仅作参考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常数以及特殊情况不一定保证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!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下文亦同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7000" dirty="0"/>
              <a:t>四则运算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>
                <a:hlinkClick r:id="rId2" action="ppaction://hlinksldjump"/>
              </a:rPr>
              <a:t>加法</a:t>
            </a:r>
            <a:endParaRPr lang="en-US" altLang="zh-CN" sz="6000" dirty="0"/>
          </a:p>
          <a:p>
            <a:r>
              <a:rPr lang="zh-CN" altLang="en-US" sz="6000" dirty="0">
                <a:hlinkClick r:id="rId3" action="ppaction://hlinksldjump"/>
              </a:rPr>
              <a:t>减法</a:t>
            </a:r>
            <a:endParaRPr lang="en-US" altLang="zh-CN" sz="6000" dirty="0"/>
          </a:p>
          <a:p>
            <a:r>
              <a:rPr lang="zh-CN" altLang="en-US" sz="6000" dirty="0">
                <a:hlinkClick r:id="rId4" action="ppaction://hlinksldjump"/>
              </a:rPr>
              <a:t>乘法</a:t>
            </a:r>
            <a:endParaRPr lang="en-US" altLang="zh-CN" sz="6000" dirty="0"/>
          </a:p>
          <a:p>
            <a:r>
              <a:rPr lang="zh-CN" altLang="en-US" sz="6000" dirty="0">
                <a:hlinkClick r:id="rId5" action="ppaction://hlinksldjump"/>
              </a:rPr>
              <a:t>除法</a:t>
            </a:r>
            <a:endParaRPr lang="en-US" altLang="zh-CN" sz="6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8" name="左箭头 7">
            <a:hlinkClick r:id="rId6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加法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相信大家在小学就学过</a:t>
            </a:r>
            <a:r>
              <a:rPr lang="en-US" altLang="zh-CN" dirty="0"/>
              <a:t>,</a:t>
            </a:r>
            <a:r>
              <a:rPr lang="zh-CN" altLang="en-US" dirty="0"/>
              <a:t>竖式的加法如何运算</a:t>
            </a:r>
            <a:r>
              <a:rPr lang="en-US" altLang="zh-CN" dirty="0"/>
              <a:t>.</a:t>
            </a:r>
            <a:r>
              <a:rPr lang="zh-CN" altLang="en-US" dirty="0"/>
              <a:t>即同位对齐相加</a:t>
            </a:r>
            <a:r>
              <a:rPr lang="en-US" altLang="zh-CN" dirty="0"/>
              <a:t>,</a:t>
            </a:r>
            <a:r>
              <a:rPr lang="zh-CN" altLang="en-US" dirty="0"/>
              <a:t>结果不小于进制</a:t>
            </a:r>
            <a:r>
              <a:rPr lang="en-US" altLang="zh-CN" dirty="0">
                <a:solidFill>
                  <a:srgbClr val="4EC9B0"/>
                </a:solidFill>
              </a:rPr>
              <a:t>base</a:t>
            </a:r>
            <a:r>
              <a:rPr lang="zh-CN" altLang="en-US" dirty="0"/>
              <a:t>就向前进一位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高精度加法亦是如此</a:t>
            </a:r>
            <a:r>
              <a:rPr lang="en-US" altLang="zh-CN" dirty="0"/>
              <a:t>,</a:t>
            </a:r>
            <a:r>
              <a:rPr lang="zh-CN" altLang="en-US" dirty="0"/>
              <a:t>我们只需要每一位对齐</a:t>
            </a:r>
            <a:r>
              <a:rPr lang="en-US" altLang="zh-CN" dirty="0"/>
              <a:t>,</a:t>
            </a:r>
            <a:r>
              <a:rPr lang="zh-CN" altLang="en-US" dirty="0"/>
              <a:t>然后两两相加再判进位即可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4EC9B0"/>
                </a:solidFill>
              </a:rPr>
              <a:t>bigint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DCDCAA"/>
                </a:solidFill>
              </a:rPr>
              <a:t>operator+</a:t>
            </a:r>
            <a:r>
              <a:rPr lang="en-US" altLang="zh-CN" sz="2000" dirty="0">
                <a:solidFill>
                  <a:srgbClr val="D4D4D4"/>
                </a:solidFill>
              </a:rPr>
              <a:t>(</a:t>
            </a:r>
            <a:r>
              <a:rPr lang="en-US" altLang="zh-CN" sz="2000" dirty="0">
                <a:solidFill>
                  <a:srgbClr val="569CD6"/>
                </a:solidFill>
              </a:rPr>
              <a:t>const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4EC9B0"/>
                </a:solidFill>
              </a:rPr>
              <a:t>bigint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569CD6"/>
                </a:solidFill>
              </a:rPr>
              <a:t>&amp;</a:t>
            </a:r>
            <a:r>
              <a:rPr lang="en-US" altLang="zh-CN" sz="2000" dirty="0">
                <a:solidFill>
                  <a:srgbClr val="9CDCFE"/>
                </a:solidFill>
              </a:rPr>
              <a:t>A</a:t>
            </a:r>
            <a:r>
              <a:rPr lang="en-US" altLang="zh-CN" sz="2000" dirty="0">
                <a:solidFill>
                  <a:srgbClr val="D4D4D4"/>
                </a:solidFill>
              </a:rPr>
              <a:t>, </a:t>
            </a:r>
            <a:r>
              <a:rPr lang="en-US" altLang="zh-CN" sz="2000" dirty="0">
                <a:solidFill>
                  <a:srgbClr val="569CD6"/>
                </a:solidFill>
              </a:rPr>
              <a:t>const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4EC9B0"/>
                </a:solidFill>
              </a:rPr>
              <a:t>bigint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569CD6"/>
                </a:solidFill>
              </a:rPr>
              <a:t>&amp;</a:t>
            </a:r>
            <a:r>
              <a:rPr lang="en-US" altLang="zh-CN" sz="2000" dirty="0">
                <a:solidFill>
                  <a:srgbClr val="9CDCFE"/>
                </a:solidFill>
              </a:rPr>
              <a:t>B</a:t>
            </a:r>
            <a:r>
              <a:rPr lang="en-US" altLang="zh-CN" sz="20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     </a:t>
            </a:r>
            <a:r>
              <a:rPr lang="en-US" altLang="zh-CN" sz="2000" dirty="0">
                <a:solidFill>
                  <a:srgbClr val="4EC9B0"/>
                </a:solidFill>
              </a:rPr>
              <a:t>bigint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   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resize</a:t>
            </a:r>
            <a:r>
              <a:rPr lang="en-US" altLang="zh-CN" sz="2000" dirty="0">
                <a:solidFill>
                  <a:srgbClr val="D4D4D4"/>
                </a:solidFill>
              </a:rPr>
              <a:t>(</a:t>
            </a:r>
            <a:r>
              <a:rPr lang="en-US" altLang="zh-CN" sz="2000" dirty="0">
                <a:solidFill>
                  <a:srgbClr val="4EC9B0"/>
                </a:solidFill>
              </a:rPr>
              <a:t>std</a:t>
            </a:r>
            <a:r>
              <a:rPr lang="en-US" altLang="zh-CN" sz="2000" dirty="0">
                <a:solidFill>
                  <a:srgbClr val="D4D4D4"/>
                </a:solidFill>
              </a:rPr>
              <a:t>::</a:t>
            </a:r>
            <a:r>
              <a:rPr lang="en-US" altLang="zh-CN" sz="2000" dirty="0">
                <a:solidFill>
                  <a:srgbClr val="DCDCAA"/>
                </a:solidFill>
              </a:rPr>
              <a:t>max</a:t>
            </a:r>
            <a:r>
              <a:rPr lang="en-US" altLang="zh-CN" sz="2000" dirty="0">
                <a:solidFill>
                  <a:srgbClr val="D4D4D4"/>
                </a:solidFill>
              </a:rPr>
              <a:t>(</a:t>
            </a:r>
            <a:r>
              <a:rPr lang="en-US" altLang="zh-CN" sz="2000" dirty="0">
                <a:solidFill>
                  <a:srgbClr val="9CDCFE"/>
                </a:solidFill>
              </a:rPr>
              <a:t>A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size</a:t>
            </a:r>
            <a:r>
              <a:rPr lang="en-US" altLang="zh-CN" sz="2000" dirty="0">
                <a:solidFill>
                  <a:srgbClr val="D4D4D4"/>
                </a:solidFill>
              </a:rPr>
              <a:t>(), </a:t>
            </a:r>
            <a:r>
              <a:rPr lang="en-US" altLang="zh-CN" sz="2000" dirty="0">
                <a:solidFill>
                  <a:srgbClr val="9CDCFE"/>
                </a:solidFill>
              </a:rPr>
              <a:t>B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size</a:t>
            </a:r>
            <a:r>
              <a:rPr lang="en-US" altLang="zh-CN" sz="2000" dirty="0">
                <a:solidFill>
                  <a:srgbClr val="D4D4D4"/>
                </a:solidFill>
              </a:rPr>
              <a:t>()) + 1);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</a:t>
            </a:r>
            <a:r>
              <a:rPr lang="en-US" altLang="zh-CN" sz="2000" dirty="0">
                <a:solidFill>
                  <a:srgbClr val="C586C0"/>
                </a:solidFill>
              </a:rPr>
              <a:t>for</a:t>
            </a:r>
            <a:r>
              <a:rPr lang="en-US" altLang="zh-CN" sz="2000" dirty="0">
                <a:solidFill>
                  <a:srgbClr val="D4D4D4"/>
                </a:solidFill>
              </a:rPr>
              <a:t> (</a:t>
            </a:r>
            <a:r>
              <a:rPr lang="en-US" altLang="zh-CN" sz="2000" dirty="0">
                <a:solidFill>
                  <a:srgbClr val="569CD6"/>
                </a:solidFill>
              </a:rPr>
              <a:t>unsigned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= </a:t>
            </a:r>
            <a:r>
              <a:rPr lang="en-US" altLang="zh-CN" sz="2000" dirty="0">
                <a:solidFill>
                  <a:srgbClr val="B5CEA8"/>
                </a:solidFill>
              </a:rPr>
              <a:t>0</a:t>
            </a:r>
            <a:r>
              <a:rPr lang="en-US" altLang="zh-CN" sz="2000" dirty="0">
                <a:solidFill>
                  <a:srgbClr val="D4D4D4"/>
                </a:solidFill>
              </a:rPr>
              <a:t>; 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!= </a:t>
            </a:r>
            <a:r>
              <a:rPr lang="en-US" altLang="zh-CN" sz="2000" dirty="0">
                <a:solidFill>
                  <a:srgbClr val="9CDCFE"/>
                </a:solidFill>
              </a:rPr>
              <a:t>A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size</a:t>
            </a:r>
            <a:r>
              <a:rPr lang="en-US" altLang="zh-CN" sz="2000" dirty="0">
                <a:solidFill>
                  <a:srgbClr val="D4D4D4"/>
                </a:solidFill>
              </a:rPr>
              <a:t>(); ++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 += </a:t>
            </a:r>
            <a:r>
              <a:rPr lang="en-US" altLang="zh-CN" sz="2000" dirty="0">
                <a:solidFill>
                  <a:srgbClr val="9CDCFE"/>
                </a:solidFill>
              </a:rPr>
              <a:t>A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</a:t>
            </a:r>
            <a:r>
              <a:rPr lang="en-US" altLang="zh-CN" sz="2000" dirty="0">
                <a:solidFill>
                  <a:srgbClr val="C586C0"/>
                </a:solidFill>
              </a:rPr>
              <a:t>for</a:t>
            </a:r>
            <a:r>
              <a:rPr lang="en-US" altLang="zh-CN" sz="2000" dirty="0">
                <a:solidFill>
                  <a:srgbClr val="D4D4D4"/>
                </a:solidFill>
              </a:rPr>
              <a:t> (</a:t>
            </a:r>
            <a:r>
              <a:rPr lang="en-US" altLang="zh-CN" sz="2000" dirty="0">
                <a:solidFill>
                  <a:srgbClr val="569CD6"/>
                </a:solidFill>
              </a:rPr>
              <a:t>unsigned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= </a:t>
            </a:r>
            <a:r>
              <a:rPr lang="en-US" altLang="zh-CN" sz="2000" dirty="0">
                <a:solidFill>
                  <a:srgbClr val="B5CEA8"/>
                </a:solidFill>
              </a:rPr>
              <a:t>0</a:t>
            </a:r>
            <a:r>
              <a:rPr lang="en-US" altLang="zh-CN" sz="2000" dirty="0">
                <a:solidFill>
                  <a:srgbClr val="D4D4D4"/>
                </a:solidFill>
              </a:rPr>
              <a:t>; 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!= </a:t>
            </a:r>
            <a:r>
              <a:rPr lang="en-US" altLang="zh-CN" sz="2000" dirty="0">
                <a:solidFill>
                  <a:srgbClr val="9CDCFE"/>
                </a:solidFill>
              </a:rPr>
              <a:t>B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size</a:t>
            </a:r>
            <a:r>
              <a:rPr lang="en-US" altLang="zh-CN" sz="2000" dirty="0">
                <a:solidFill>
                  <a:srgbClr val="D4D4D4"/>
                </a:solidFill>
              </a:rPr>
              <a:t>(); ++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 += </a:t>
            </a:r>
            <a:r>
              <a:rPr lang="en-US" altLang="zh-CN" sz="2000" dirty="0">
                <a:solidFill>
                  <a:srgbClr val="9CDCFE"/>
                </a:solidFill>
              </a:rPr>
              <a:t>B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</a:t>
            </a:r>
            <a:r>
              <a:rPr lang="en-US" altLang="zh-CN" sz="2000" dirty="0">
                <a:solidFill>
                  <a:srgbClr val="C586C0"/>
                </a:solidFill>
              </a:rPr>
              <a:t>for</a:t>
            </a:r>
            <a:r>
              <a:rPr lang="en-US" altLang="zh-CN" sz="2000" dirty="0">
                <a:solidFill>
                  <a:srgbClr val="D4D4D4"/>
                </a:solidFill>
              </a:rPr>
              <a:t> (</a:t>
            </a:r>
            <a:r>
              <a:rPr lang="en-US" altLang="zh-CN" sz="2000" dirty="0">
                <a:solidFill>
                  <a:srgbClr val="569CD6"/>
                </a:solidFill>
              </a:rPr>
              <a:t>unsigned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= </a:t>
            </a:r>
            <a:r>
              <a:rPr lang="en-US" altLang="zh-CN" sz="2000" dirty="0">
                <a:solidFill>
                  <a:srgbClr val="B5CEA8"/>
                </a:solidFill>
              </a:rPr>
              <a:t>0</a:t>
            </a:r>
            <a:r>
              <a:rPr lang="en-US" altLang="zh-CN" sz="2000" dirty="0">
                <a:solidFill>
                  <a:srgbClr val="D4D4D4"/>
                </a:solidFill>
              </a:rPr>
              <a:t>; 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!=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size</a:t>
            </a:r>
            <a:r>
              <a:rPr lang="en-US" altLang="zh-CN" sz="2000" dirty="0">
                <a:solidFill>
                  <a:srgbClr val="D4D4D4"/>
                </a:solidFill>
              </a:rPr>
              <a:t>(); ++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</a:t>
            </a:r>
            <a:r>
              <a:rPr lang="en-US" altLang="zh-CN" sz="2000" dirty="0">
                <a:solidFill>
                  <a:srgbClr val="C586C0"/>
                </a:solidFill>
              </a:rPr>
              <a:t>if</a:t>
            </a:r>
            <a:r>
              <a:rPr lang="en-US" altLang="zh-CN" sz="2000" dirty="0">
                <a:solidFill>
                  <a:srgbClr val="D4D4D4"/>
                </a:solidFill>
              </a:rPr>
              <a:t> (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 &gt;= </a:t>
            </a:r>
            <a:r>
              <a:rPr lang="en-US" altLang="zh-CN" sz="2000" dirty="0">
                <a:solidFill>
                  <a:srgbClr val="B5CEA8"/>
                </a:solidFill>
              </a:rPr>
              <a:t>10</a:t>
            </a:r>
            <a:r>
              <a:rPr lang="en-US" altLang="zh-CN" sz="20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   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 -= </a:t>
            </a:r>
            <a:r>
              <a:rPr lang="en-US" altLang="zh-CN" sz="2000" dirty="0">
                <a:solidFill>
                  <a:srgbClr val="B5CEA8"/>
                </a:solidFill>
              </a:rPr>
              <a:t>10</a:t>
            </a:r>
            <a:r>
              <a:rPr lang="en-US" altLang="zh-CN" sz="20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    ++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CDCAA"/>
                </a:solidFill>
              </a:rPr>
              <a:t>[</a:t>
            </a:r>
            <a:r>
              <a:rPr lang="en-US" altLang="zh-CN" sz="2000" dirty="0">
                <a:solidFill>
                  <a:srgbClr val="9CDCFE"/>
                </a:solidFill>
              </a:rPr>
              <a:t>i</a:t>
            </a:r>
            <a:r>
              <a:rPr lang="en-US" altLang="zh-CN" sz="2000" dirty="0">
                <a:solidFill>
                  <a:srgbClr val="D4D4D4"/>
                </a:solidFill>
              </a:rPr>
              <a:t> + 1</a:t>
            </a:r>
            <a:r>
              <a:rPr lang="en-US" altLang="zh-CN" sz="2000" dirty="0">
                <a:solidFill>
                  <a:srgbClr val="DCDCAA"/>
                </a:solidFill>
              </a:rPr>
              <a:t>]</a:t>
            </a:r>
            <a:r>
              <a:rPr lang="en-US" altLang="zh-CN" sz="20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}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</a:t>
            </a:r>
            <a:r>
              <a:rPr lang="en-US" altLang="zh-CN" sz="2000" dirty="0">
                <a:solidFill>
                  <a:srgbClr val="C586C0"/>
                </a:solidFill>
              </a:rPr>
              <a:t>while</a:t>
            </a:r>
            <a:r>
              <a:rPr lang="en-US" altLang="zh-CN" sz="2000" dirty="0">
                <a:solidFill>
                  <a:srgbClr val="D4D4D4"/>
                </a:solidFill>
              </a:rPr>
              <a:t> (!(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empty</a:t>
            </a:r>
            <a:r>
              <a:rPr lang="en-US" altLang="zh-CN" sz="2000" dirty="0">
                <a:solidFill>
                  <a:srgbClr val="D4D4D4"/>
                </a:solidFill>
              </a:rPr>
              <a:t>() || 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back</a:t>
            </a:r>
            <a:r>
              <a:rPr lang="en-US" altLang="zh-CN" sz="2000" dirty="0">
                <a:solidFill>
                  <a:srgbClr val="D4D4D4"/>
                </a:solidFill>
              </a:rPr>
              <a:t>()))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   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9CDCFE"/>
                </a:solidFill>
              </a:rPr>
              <a:t>num</a:t>
            </a:r>
            <a:r>
              <a:rPr lang="en-US" altLang="zh-CN" sz="2000" dirty="0">
                <a:solidFill>
                  <a:srgbClr val="D4D4D4"/>
                </a:solidFill>
              </a:rPr>
              <a:t>.</a:t>
            </a:r>
            <a:r>
              <a:rPr lang="en-US" altLang="zh-CN" sz="2000" dirty="0">
                <a:solidFill>
                  <a:srgbClr val="DCDCAA"/>
                </a:solidFill>
              </a:rPr>
              <a:t>pop_back</a:t>
            </a:r>
            <a:r>
              <a:rPr lang="en-US" altLang="zh-CN" sz="2000" dirty="0">
                <a:solidFill>
                  <a:srgbClr val="D4D4D4"/>
                </a:solidFill>
              </a:rPr>
              <a:t>();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     </a:t>
            </a:r>
            <a:r>
              <a:rPr lang="en-US" altLang="zh-CN" sz="2000" dirty="0">
                <a:solidFill>
                  <a:srgbClr val="C586C0"/>
                </a:solidFill>
              </a:rPr>
              <a:t>return</a:t>
            </a:r>
            <a:r>
              <a:rPr lang="en-US" altLang="zh-CN" sz="2000" dirty="0">
                <a:solidFill>
                  <a:srgbClr val="D4D4D4"/>
                </a:solidFill>
              </a:rPr>
              <a:t> </a:t>
            </a:r>
            <a:r>
              <a:rPr lang="en-US" altLang="zh-CN" sz="2000" dirty="0">
                <a:solidFill>
                  <a:srgbClr val="9CDCFE"/>
                </a:solidFill>
              </a:rPr>
              <a:t>res</a:t>
            </a:r>
            <a:r>
              <a:rPr lang="en-US" altLang="zh-CN" sz="20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D4D4D4"/>
                </a:solidFill>
              </a:rPr>
              <a:t>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减法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与加法类似</a:t>
            </a:r>
            <a:r>
              <a:rPr lang="en-US" altLang="zh-CN" dirty="0"/>
              <a:t>,</a:t>
            </a:r>
            <a:r>
              <a:rPr lang="zh-CN" altLang="en-US" dirty="0"/>
              <a:t>我们还是模拟竖式</a:t>
            </a:r>
            <a:r>
              <a:rPr lang="en-US" altLang="zh-CN" dirty="0"/>
              <a:t>,</a:t>
            </a:r>
            <a:r>
              <a:rPr lang="zh-CN" altLang="en-US" dirty="0"/>
              <a:t>只需要在不够减的位向上一位借一即可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4EC9B0"/>
                </a:solidFill>
              </a:rPr>
              <a:t>bigint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DCDCAA"/>
                </a:solidFill>
              </a:rPr>
              <a:t>operator-</a:t>
            </a:r>
            <a:r>
              <a:rPr lang="en-US" altLang="zh-CN" sz="1500" dirty="0">
                <a:solidFill>
                  <a:srgbClr val="D4D4D4"/>
                </a:solidFill>
              </a:rPr>
              <a:t>(</a:t>
            </a:r>
            <a:r>
              <a:rPr lang="en-US" altLang="zh-CN" sz="1500" dirty="0">
                <a:solidFill>
                  <a:srgbClr val="569CD6"/>
                </a:solidFill>
              </a:rPr>
              <a:t>const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4EC9B0"/>
                </a:solidFill>
              </a:rPr>
              <a:t>bigint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569CD6"/>
                </a:solidFill>
              </a:rPr>
              <a:t>&amp;</a:t>
            </a:r>
            <a:r>
              <a:rPr lang="en-US" altLang="zh-CN" sz="1500" dirty="0">
                <a:solidFill>
                  <a:srgbClr val="9CDCFE"/>
                </a:solidFill>
              </a:rPr>
              <a:t>A</a:t>
            </a:r>
            <a:r>
              <a:rPr lang="en-US" altLang="zh-CN" sz="1500" dirty="0">
                <a:solidFill>
                  <a:srgbClr val="D4D4D4"/>
                </a:solidFill>
              </a:rPr>
              <a:t>, </a:t>
            </a:r>
            <a:r>
              <a:rPr lang="en-US" altLang="zh-CN" sz="1500" dirty="0">
                <a:solidFill>
                  <a:srgbClr val="569CD6"/>
                </a:solidFill>
              </a:rPr>
              <a:t>const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4EC9B0"/>
                </a:solidFill>
              </a:rPr>
              <a:t>bigint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569CD6"/>
                </a:solidFill>
              </a:rPr>
              <a:t>&amp;</a:t>
            </a:r>
            <a:r>
              <a:rPr lang="en-US" altLang="zh-CN" sz="1500" dirty="0">
                <a:solidFill>
                  <a:srgbClr val="9CDCFE"/>
                </a:solidFill>
              </a:rPr>
              <a:t>B</a:t>
            </a:r>
            <a:r>
              <a:rPr lang="en-US" altLang="zh-CN" sz="15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 </a:t>
            </a:r>
            <a:r>
              <a:rPr lang="en-US" altLang="zh-CN" sz="1500" dirty="0">
                <a:solidFill>
                  <a:srgbClr val="6A9955"/>
                </a:solidFill>
              </a:rPr>
              <a:t>// A should greater than B.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     </a:t>
            </a:r>
            <a:r>
              <a:rPr lang="en-US" altLang="zh-CN" sz="1500" dirty="0">
                <a:solidFill>
                  <a:srgbClr val="4EC9B0"/>
                </a:solidFill>
              </a:rPr>
              <a:t>bigint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   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resize</a:t>
            </a:r>
            <a:r>
              <a:rPr lang="en-US" altLang="zh-CN" sz="1500" dirty="0">
                <a:solidFill>
                  <a:srgbClr val="D4D4D4"/>
                </a:solidFill>
              </a:rPr>
              <a:t>(</a:t>
            </a:r>
            <a:r>
              <a:rPr lang="en-US" altLang="zh-CN" sz="1500" dirty="0">
                <a:solidFill>
                  <a:srgbClr val="9CDCFE"/>
                </a:solidFill>
              </a:rPr>
              <a:t>A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size</a:t>
            </a:r>
            <a:r>
              <a:rPr lang="en-US" altLang="zh-CN" sz="1500" dirty="0">
                <a:solidFill>
                  <a:srgbClr val="D4D4D4"/>
                </a:solidFill>
              </a:rPr>
              <a:t>());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</a:t>
            </a:r>
            <a:r>
              <a:rPr lang="en-US" altLang="zh-CN" sz="1500" dirty="0">
                <a:solidFill>
                  <a:srgbClr val="C586C0"/>
                </a:solidFill>
              </a:rPr>
              <a:t>for</a:t>
            </a:r>
            <a:r>
              <a:rPr lang="en-US" altLang="zh-CN" sz="1500" dirty="0">
                <a:solidFill>
                  <a:srgbClr val="D4D4D4"/>
                </a:solidFill>
              </a:rPr>
              <a:t> (</a:t>
            </a:r>
            <a:r>
              <a:rPr lang="en-US" altLang="zh-CN" sz="1500" dirty="0">
                <a:solidFill>
                  <a:srgbClr val="569CD6"/>
                </a:solidFill>
              </a:rPr>
              <a:t>unsigned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= </a:t>
            </a:r>
            <a:r>
              <a:rPr lang="en-US" altLang="zh-CN" sz="1500" dirty="0">
                <a:solidFill>
                  <a:srgbClr val="B5CEA8"/>
                </a:solidFill>
              </a:rPr>
              <a:t>0</a:t>
            </a:r>
            <a:r>
              <a:rPr lang="en-US" altLang="zh-CN" sz="1500" dirty="0">
                <a:solidFill>
                  <a:srgbClr val="D4D4D4"/>
                </a:solidFill>
              </a:rPr>
              <a:t>; 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!= </a:t>
            </a:r>
            <a:r>
              <a:rPr lang="en-US" altLang="zh-CN" sz="1500" dirty="0">
                <a:solidFill>
                  <a:srgbClr val="9CDCFE"/>
                </a:solidFill>
              </a:rPr>
              <a:t>A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size</a:t>
            </a:r>
            <a:r>
              <a:rPr lang="en-US" altLang="zh-CN" sz="1500" dirty="0">
                <a:solidFill>
                  <a:srgbClr val="D4D4D4"/>
                </a:solidFill>
              </a:rPr>
              <a:t>(); ++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 += </a:t>
            </a:r>
            <a:r>
              <a:rPr lang="en-US" altLang="zh-CN" sz="1500" dirty="0">
                <a:solidFill>
                  <a:srgbClr val="9CDCFE"/>
                </a:solidFill>
              </a:rPr>
              <a:t>A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</a:t>
            </a:r>
            <a:r>
              <a:rPr lang="en-US" altLang="zh-CN" sz="1500" dirty="0">
                <a:solidFill>
                  <a:srgbClr val="C586C0"/>
                </a:solidFill>
              </a:rPr>
              <a:t>for</a:t>
            </a:r>
            <a:r>
              <a:rPr lang="en-US" altLang="zh-CN" sz="1500" dirty="0">
                <a:solidFill>
                  <a:srgbClr val="D4D4D4"/>
                </a:solidFill>
              </a:rPr>
              <a:t> (</a:t>
            </a:r>
            <a:r>
              <a:rPr lang="en-US" altLang="zh-CN" sz="1500" dirty="0">
                <a:solidFill>
                  <a:srgbClr val="569CD6"/>
                </a:solidFill>
              </a:rPr>
              <a:t>unsigned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= </a:t>
            </a:r>
            <a:r>
              <a:rPr lang="en-US" altLang="zh-CN" sz="1500" dirty="0">
                <a:solidFill>
                  <a:srgbClr val="B5CEA8"/>
                </a:solidFill>
              </a:rPr>
              <a:t>0</a:t>
            </a:r>
            <a:r>
              <a:rPr lang="en-US" altLang="zh-CN" sz="1500" dirty="0">
                <a:solidFill>
                  <a:srgbClr val="D4D4D4"/>
                </a:solidFill>
              </a:rPr>
              <a:t>; 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!= </a:t>
            </a:r>
            <a:r>
              <a:rPr lang="en-US" altLang="zh-CN" sz="1500" dirty="0">
                <a:solidFill>
                  <a:srgbClr val="9CDCFE"/>
                </a:solidFill>
              </a:rPr>
              <a:t>B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size</a:t>
            </a:r>
            <a:r>
              <a:rPr lang="en-US" altLang="zh-CN" sz="1500" dirty="0">
                <a:solidFill>
                  <a:srgbClr val="D4D4D4"/>
                </a:solidFill>
              </a:rPr>
              <a:t>(); ++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 -= </a:t>
            </a:r>
            <a:r>
              <a:rPr lang="en-US" altLang="zh-CN" sz="1500" dirty="0">
                <a:solidFill>
                  <a:srgbClr val="9CDCFE"/>
                </a:solidFill>
              </a:rPr>
              <a:t>B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</a:t>
            </a:r>
            <a:r>
              <a:rPr lang="en-US" altLang="zh-CN" sz="1500" dirty="0">
                <a:solidFill>
                  <a:srgbClr val="C586C0"/>
                </a:solidFill>
              </a:rPr>
              <a:t>for</a:t>
            </a:r>
            <a:r>
              <a:rPr lang="en-US" altLang="zh-CN" sz="1500" dirty="0">
                <a:solidFill>
                  <a:srgbClr val="D4D4D4"/>
                </a:solidFill>
              </a:rPr>
              <a:t> (</a:t>
            </a:r>
            <a:r>
              <a:rPr lang="en-US" altLang="zh-CN" sz="1500" dirty="0">
                <a:solidFill>
                  <a:srgbClr val="569CD6"/>
                </a:solidFill>
              </a:rPr>
              <a:t>unsigned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= </a:t>
            </a:r>
            <a:r>
              <a:rPr lang="en-US" altLang="zh-CN" sz="1500" dirty="0">
                <a:solidFill>
                  <a:srgbClr val="B5CEA8"/>
                </a:solidFill>
              </a:rPr>
              <a:t>0</a:t>
            </a:r>
            <a:r>
              <a:rPr lang="en-US" altLang="zh-CN" sz="1500" dirty="0">
                <a:solidFill>
                  <a:srgbClr val="D4D4D4"/>
                </a:solidFill>
              </a:rPr>
              <a:t>; 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!=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size</a:t>
            </a:r>
            <a:r>
              <a:rPr lang="en-US" altLang="zh-CN" sz="1500" dirty="0">
                <a:solidFill>
                  <a:srgbClr val="D4D4D4"/>
                </a:solidFill>
              </a:rPr>
              <a:t>(); ++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</a:t>
            </a:r>
            <a:r>
              <a:rPr lang="en-US" altLang="zh-CN" sz="1500" dirty="0">
                <a:solidFill>
                  <a:srgbClr val="C586C0"/>
                </a:solidFill>
              </a:rPr>
              <a:t>if</a:t>
            </a:r>
            <a:r>
              <a:rPr lang="en-US" altLang="zh-CN" sz="1500" dirty="0">
                <a:solidFill>
                  <a:srgbClr val="D4D4D4"/>
                </a:solidFill>
              </a:rPr>
              <a:t> (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 &lt; </a:t>
            </a:r>
            <a:r>
              <a:rPr lang="en-US" altLang="zh-CN" sz="1500" dirty="0">
                <a:solidFill>
                  <a:srgbClr val="B5CEA8"/>
                </a:solidFill>
              </a:rPr>
              <a:t>0</a:t>
            </a:r>
            <a:r>
              <a:rPr lang="en-US" altLang="zh-CN" sz="1500" dirty="0">
                <a:solidFill>
                  <a:srgbClr val="D4D4D4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   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 += </a:t>
            </a:r>
            <a:r>
              <a:rPr lang="en-US" altLang="zh-CN" sz="1500" dirty="0">
                <a:solidFill>
                  <a:srgbClr val="B5CEA8"/>
                </a:solidFill>
              </a:rPr>
              <a:t>10</a:t>
            </a:r>
            <a:r>
              <a:rPr lang="en-US" altLang="zh-CN" sz="15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    --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CDCAA"/>
                </a:solidFill>
              </a:rPr>
              <a:t>[</a:t>
            </a:r>
            <a:r>
              <a:rPr lang="en-US" altLang="zh-CN" sz="1500" dirty="0">
                <a:solidFill>
                  <a:srgbClr val="9CDCFE"/>
                </a:solidFill>
              </a:rPr>
              <a:t>i</a:t>
            </a:r>
            <a:r>
              <a:rPr lang="en-US" altLang="zh-CN" sz="1500" dirty="0">
                <a:solidFill>
                  <a:srgbClr val="D4D4D4"/>
                </a:solidFill>
              </a:rPr>
              <a:t> + 1</a:t>
            </a:r>
            <a:r>
              <a:rPr lang="en-US" altLang="zh-CN" sz="1500" dirty="0">
                <a:solidFill>
                  <a:srgbClr val="DCDCAA"/>
                </a:solidFill>
              </a:rPr>
              <a:t>]</a:t>
            </a:r>
            <a:r>
              <a:rPr lang="en-US" altLang="zh-CN" sz="15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}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</a:t>
            </a:r>
            <a:r>
              <a:rPr lang="en-US" altLang="zh-CN" sz="1500">
                <a:solidFill>
                  <a:srgbClr val="D4D4D4"/>
                </a:solidFill>
              </a:rPr>
              <a:t> </a:t>
            </a:r>
            <a:r>
              <a:rPr lang="en-US" altLang="zh-CN" sz="1500">
                <a:solidFill>
                  <a:srgbClr val="C586C0"/>
                </a:solidFill>
              </a:rPr>
              <a:t>while</a:t>
            </a:r>
            <a:r>
              <a:rPr lang="en-US" altLang="zh-CN" sz="1500">
                <a:solidFill>
                  <a:srgbClr val="D4D4D4"/>
                </a:solidFill>
              </a:rPr>
              <a:t> </a:t>
            </a:r>
            <a:r>
              <a:rPr lang="en-US" altLang="zh-CN" sz="1500" dirty="0">
                <a:solidFill>
                  <a:srgbClr val="D4D4D4"/>
                </a:solidFill>
              </a:rPr>
              <a:t>(!(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empty</a:t>
            </a:r>
            <a:r>
              <a:rPr lang="en-US" altLang="zh-CN" sz="1500" dirty="0">
                <a:solidFill>
                  <a:srgbClr val="D4D4D4"/>
                </a:solidFill>
              </a:rPr>
              <a:t>() || 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back</a:t>
            </a:r>
            <a:r>
              <a:rPr lang="en-US" altLang="zh-CN" sz="1500" dirty="0">
                <a:solidFill>
                  <a:srgbClr val="D4D4D4"/>
                </a:solidFill>
              </a:rPr>
              <a:t>()))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   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9CDCFE"/>
                </a:solidFill>
              </a:rPr>
              <a:t>num</a:t>
            </a:r>
            <a:r>
              <a:rPr lang="en-US" altLang="zh-CN" sz="1500" dirty="0">
                <a:solidFill>
                  <a:srgbClr val="D4D4D4"/>
                </a:solidFill>
              </a:rPr>
              <a:t>.</a:t>
            </a:r>
            <a:r>
              <a:rPr lang="en-US" altLang="zh-CN" sz="1500" dirty="0">
                <a:solidFill>
                  <a:srgbClr val="DCDCAA"/>
                </a:solidFill>
              </a:rPr>
              <a:t>pop_back</a:t>
            </a:r>
            <a:r>
              <a:rPr lang="en-US" altLang="zh-CN" sz="1500" dirty="0">
                <a:solidFill>
                  <a:srgbClr val="D4D4D4"/>
                </a:solidFill>
              </a:rPr>
              <a:t>();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     </a:t>
            </a:r>
            <a:r>
              <a:rPr lang="en-US" altLang="zh-CN" sz="1500" dirty="0">
                <a:solidFill>
                  <a:srgbClr val="C586C0"/>
                </a:solidFill>
              </a:rPr>
              <a:t>return</a:t>
            </a:r>
            <a:r>
              <a:rPr lang="en-US" altLang="zh-CN" sz="1500" dirty="0">
                <a:solidFill>
                  <a:srgbClr val="D4D4D4"/>
                </a:solidFill>
              </a:rPr>
              <a:t> </a:t>
            </a:r>
            <a:r>
              <a:rPr lang="en-US" altLang="zh-CN" sz="1500" dirty="0">
                <a:solidFill>
                  <a:srgbClr val="9CDCFE"/>
                </a:solidFill>
              </a:rPr>
              <a:t>res</a:t>
            </a:r>
            <a:r>
              <a:rPr lang="en-US" altLang="zh-CN" sz="1500" dirty="0">
                <a:solidFill>
                  <a:srgbClr val="D4D4D4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500" dirty="0">
                <a:solidFill>
                  <a:srgbClr val="D4D4D4"/>
                </a:solidFill>
              </a:rPr>
              <a:t>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乘法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>
                <a:hlinkClick r:id="rId2" action="ppaction://hlinksldjump"/>
              </a:rPr>
              <a:t>高精度乘单精度</a:t>
            </a:r>
            <a:endParaRPr lang="en-US" altLang="zh-CN" sz="5000" dirty="0"/>
          </a:p>
          <a:p>
            <a:r>
              <a:rPr lang="zh-CN" altLang="en-US" sz="5000" dirty="0">
                <a:hlinkClick r:id="rId3" action="ppaction://hlinksldjump"/>
              </a:rPr>
              <a:t>高精度乘高精度</a:t>
            </a:r>
            <a:endParaRPr lang="en-US" altLang="zh-CN" sz="5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7" name="左箭头 6">
            <a:hlinkClick r:id="rId4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/>
              <a:t>高精度乘单精度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我们考虑竖式中</a:t>
            </a:r>
            <a:r>
              <a:rPr lang="en-US" altLang="zh-CN" dirty="0"/>
              <a:t>,</a:t>
            </a:r>
            <a:r>
              <a:rPr lang="zh-CN" altLang="en-US" dirty="0"/>
              <a:t>多位数乘一位数的方法</a:t>
            </a:r>
            <a:r>
              <a:rPr lang="en-US" altLang="zh-CN" dirty="0"/>
              <a:t>.</a:t>
            </a:r>
            <a:r>
              <a:rPr lang="zh-CN" altLang="en-US" dirty="0"/>
              <a:t>即多位数的每一位依次与一位数相乘</a:t>
            </a:r>
            <a:r>
              <a:rPr lang="en-US" altLang="zh-CN" dirty="0"/>
              <a:t>,</a:t>
            </a:r>
            <a:r>
              <a:rPr lang="zh-CN" altLang="en-US" dirty="0"/>
              <a:t>最后相加得到结果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直接模拟即可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DCDCAA"/>
                </a:solidFill>
              </a:rPr>
              <a:t>operator*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, 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6A9955"/>
                </a:solidFill>
              </a:rPr>
              <a:t>// B should not greater than 214748364.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resize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 +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!=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++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*=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!=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++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&gt;=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+ </a:t>
            </a:r>
            <a:r>
              <a:rPr lang="en-US" altLang="zh-CN" sz="1600" dirty="0">
                <a:solidFill>
                  <a:srgbClr val="B5CEA8"/>
                </a:solidFill>
              </a:rPr>
              <a:t>1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+=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/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%=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}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>
                <a:solidFill>
                  <a:srgbClr val="D4D4D4"/>
                </a:solidFill>
              </a:rPr>
              <a:t>     </a:t>
            </a:r>
            <a:r>
              <a:rPr lang="en-US" altLang="zh-CN" sz="1600">
                <a:solidFill>
                  <a:srgbClr val="C586C0"/>
                </a:solidFill>
              </a:rPr>
              <a:t>while</a:t>
            </a:r>
            <a:r>
              <a:rPr lang="en-US" altLang="zh-CN" sz="1600">
                <a:solidFill>
                  <a:srgbClr val="D4D4D4"/>
                </a:solidFill>
              </a:rPr>
              <a:t> </a:t>
            </a:r>
            <a:r>
              <a:rPr lang="en-US" altLang="zh-CN" sz="1600" dirty="0">
                <a:solidFill>
                  <a:srgbClr val="D4D4D4"/>
                </a:solidFill>
              </a:rPr>
              <a:t>(!(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empty</a:t>
            </a:r>
            <a:r>
              <a:rPr lang="en-US" altLang="zh-CN" sz="1600" dirty="0">
                <a:solidFill>
                  <a:srgbClr val="D4D4D4"/>
                </a:solidFill>
              </a:rPr>
              <a:t>() || 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back</a:t>
            </a:r>
            <a:r>
              <a:rPr lang="en-US" altLang="zh-CN" sz="1600" dirty="0">
                <a:solidFill>
                  <a:srgbClr val="D4D4D4"/>
                </a:solidFill>
              </a:rPr>
              <a:t>()))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         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pop_back</a:t>
            </a:r>
            <a:r>
              <a:rPr lang="en-US" altLang="zh-CN" sz="1600" dirty="0">
                <a:solidFill>
                  <a:srgbClr val="D4D4D4"/>
                </a:solidFill>
              </a:rPr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     </a:t>
            </a:r>
            <a:r>
              <a:rPr lang="en-US" altLang="zh-CN" sz="1600" dirty="0">
                <a:solidFill>
                  <a:srgbClr val="C586C0"/>
                </a:solidFill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</a:rPr>
              <a:t> 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/>
              <a:t>高精度乘高精度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之前高精度乘低精度本质上就是运用了乘法分配律</a:t>
                </a:r>
                <a:r>
                  <a:rPr lang="en-US" altLang="zh-CN" dirty="0"/>
                  <a:t>.</a:t>
                </a:r>
              </a:p>
              <a:p>
                <a:r>
                  <a:rPr lang="zh-CN" altLang="en-US" dirty="0"/>
                  <a:t>于是有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zh-CN" altLang="en-US" dirty="0"/>
                  <a:t>直接推广一下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可以发现是两数的每位互相相乘即为答案</a:t>
                </a:r>
                <a:r>
                  <a:rPr lang="en-US" altLang="zh-CN" dirty="0"/>
                  <a:t>.</a:t>
                </a:r>
              </a:p>
              <a:p>
                <a:r>
                  <a:rPr lang="zh-CN" altLang="en-US" b="0" dirty="0"/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𝑟𝑒𝑠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b="0" dirty="0"/>
                  <a:t>,</a:t>
                </a:r>
                <a:r>
                  <a:rPr lang="zh-CN" altLang="en-US" dirty="0"/>
                  <a:t>然后再进位</a:t>
                </a:r>
                <a:r>
                  <a:rPr lang="en-US" altLang="zh-CN" b="0" dirty="0"/>
                  <a:t>.</a:t>
                </a:r>
              </a:p>
              <a:p>
                <a:r>
                  <a:rPr lang="zh-CN" altLang="en-US" dirty="0"/>
                  <a:t>同时这个式子也是多项式乘法的式子</a:t>
                </a:r>
                <a:r>
                  <a:rPr lang="en-US" altLang="zh-CN" dirty="0"/>
                  <a:t>.</a:t>
                </a:r>
                <a:endParaRPr lang="en-US" altLang="zh-CN" b="0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-14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左箭头 6">
            <a:hlinkClick r:id="rId3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DCDCAA"/>
                </a:solidFill>
              </a:rPr>
              <a:t>operator*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, 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resize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 +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 + </a:t>
            </a:r>
            <a:r>
              <a:rPr lang="en-US" altLang="zh-CN" sz="1600" dirty="0">
                <a:solidFill>
                  <a:srgbClr val="B5CEA8"/>
                </a:solidFill>
              </a:rPr>
              <a:t>2</a:t>
            </a:r>
            <a:r>
              <a:rPr lang="en-US" altLang="zh-CN" sz="1600" dirty="0">
                <a:solidFill>
                  <a:srgbClr val="D4D4D4"/>
                </a:solidFill>
              </a:rPr>
              <a:t>);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!=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++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 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4D4D4"/>
                </a:solidFill>
              </a:rPr>
              <a:t> !=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++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+ 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+=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*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!=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++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&gt;=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{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+ </a:t>
            </a:r>
            <a:r>
              <a:rPr lang="en-US" altLang="zh-CN" sz="1600" dirty="0">
                <a:solidFill>
                  <a:srgbClr val="B5CEA8"/>
                </a:solidFill>
              </a:rPr>
              <a:t>1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+=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/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%=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}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</a:t>
            </a:r>
            <a:r>
              <a:rPr lang="en-US" altLang="zh-CN" sz="1600">
                <a:solidFill>
                  <a:srgbClr val="D4D4D4"/>
                </a:solidFill>
              </a:rPr>
              <a:t> </a:t>
            </a:r>
            <a:r>
              <a:rPr lang="en-US" altLang="zh-CN" sz="1600">
                <a:solidFill>
                  <a:srgbClr val="C586C0"/>
                </a:solidFill>
              </a:rPr>
              <a:t>while</a:t>
            </a:r>
            <a:r>
              <a:rPr lang="en-US" altLang="zh-CN" sz="1600" dirty="0">
                <a:solidFill>
                  <a:srgbClr val="D4D4D4"/>
                </a:solidFill>
              </a:rPr>
              <a:t> (!(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empty</a:t>
            </a:r>
            <a:r>
              <a:rPr lang="en-US" altLang="zh-CN" sz="1600" dirty="0">
                <a:solidFill>
                  <a:srgbClr val="D4D4D4"/>
                </a:solidFill>
              </a:rPr>
              <a:t>() ||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back</a:t>
            </a:r>
            <a:r>
              <a:rPr lang="en-US" altLang="zh-CN" sz="1600" dirty="0">
                <a:solidFill>
                  <a:srgbClr val="D4D4D4"/>
                </a:solidFill>
              </a:rPr>
              <a:t>()))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pop_back</a:t>
            </a:r>
            <a:r>
              <a:rPr lang="en-US" altLang="zh-CN" sz="1600" dirty="0">
                <a:solidFill>
                  <a:srgbClr val="D4D4D4"/>
                </a:solidFill>
              </a:rPr>
              <a:t>();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除法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>
                <a:hlinkClick r:id="rId2" action="ppaction://hlinksldjump"/>
              </a:rPr>
              <a:t>单精度除高精度</a:t>
            </a:r>
            <a:endParaRPr lang="en-US" altLang="zh-CN" sz="5000" dirty="0"/>
          </a:p>
          <a:p>
            <a:r>
              <a:rPr lang="zh-CN" altLang="en-US" sz="5000" dirty="0">
                <a:hlinkClick r:id="rId3" action="ppaction://hlinksldjump"/>
              </a:rPr>
              <a:t>高精度除高精度</a:t>
            </a:r>
            <a:endParaRPr lang="en-US" altLang="zh-CN" sz="5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7" name="左箭头 6">
            <a:hlinkClick r:id="rId4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/>
              <a:t>单精度除高精度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考虑单位数除多位数的竖式计算方法</a:t>
            </a:r>
            <a:r>
              <a:rPr lang="en-US" altLang="zh-CN" dirty="0"/>
              <a:t>.</a:t>
            </a:r>
            <a:r>
              <a:rPr lang="zh-CN" altLang="en-US" dirty="0"/>
              <a:t>我们从高到低位一一计算每一位的答案</a:t>
            </a:r>
            <a:r>
              <a:rPr lang="en-US" altLang="zh-CN" dirty="0"/>
              <a:t>,</a:t>
            </a:r>
            <a:r>
              <a:rPr lang="zh-CN" altLang="en-US" dirty="0"/>
              <a:t>余数用于下一位的运算</a:t>
            </a:r>
            <a:r>
              <a:rPr lang="en-US" altLang="zh-CN" dirty="0"/>
              <a:t>,</a:t>
            </a:r>
            <a:r>
              <a:rPr lang="zh-CN" altLang="en-US" dirty="0"/>
              <a:t>这样即可计算出商和余数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DCDCAA"/>
                </a:solidFill>
              </a:rPr>
              <a:t>operator/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, 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 </a:t>
            </a:r>
            <a:r>
              <a:rPr lang="en-US" altLang="zh-CN" sz="1600" dirty="0">
                <a:solidFill>
                  <a:srgbClr val="6A9955"/>
                </a:solidFill>
              </a:rPr>
              <a:t>// B should not greater than 214748364.</a:t>
            </a:r>
            <a:endParaRPr lang="en-US" altLang="zh-CN" sz="1600" dirty="0">
              <a:solidFill>
                <a:srgbClr val="D4D4D4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569CD6"/>
                </a:solidFill>
              </a:rPr>
              <a:t>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resize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());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--;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 *= </a:t>
            </a:r>
            <a:r>
              <a:rPr lang="en-US" altLang="zh-CN" sz="1600" dirty="0">
                <a:solidFill>
                  <a:srgbClr val="B5CEA8"/>
                </a:solidFill>
              </a:rPr>
              <a:t>10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{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 +=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 /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 %=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}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</a:t>
            </a:r>
            <a:r>
              <a:rPr lang="en-US" altLang="zh-CN" sz="1600">
                <a:solidFill>
                  <a:srgbClr val="D4D4D4"/>
                </a:solidFill>
              </a:rPr>
              <a:t> </a:t>
            </a:r>
            <a:r>
              <a:rPr lang="en-US" altLang="zh-CN" sz="1600">
                <a:solidFill>
                  <a:srgbClr val="C586C0"/>
                </a:solidFill>
              </a:rPr>
              <a:t>while</a:t>
            </a:r>
            <a:r>
              <a:rPr lang="en-US" altLang="zh-CN" sz="1600" dirty="0">
                <a:solidFill>
                  <a:srgbClr val="D4D4D4"/>
                </a:solidFill>
              </a:rPr>
              <a:t> (!(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empty</a:t>
            </a:r>
            <a:r>
              <a:rPr lang="en-US" altLang="zh-CN" sz="1600" dirty="0">
                <a:solidFill>
                  <a:srgbClr val="D4D4D4"/>
                </a:solidFill>
              </a:rPr>
              <a:t>() ||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back</a:t>
            </a:r>
            <a:r>
              <a:rPr lang="en-US" altLang="zh-CN" sz="1600" dirty="0">
                <a:solidFill>
                  <a:srgbClr val="D4D4D4"/>
                </a:solidFill>
              </a:rPr>
              <a:t>()))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pop_back</a:t>
            </a:r>
            <a:r>
              <a:rPr lang="en-US" altLang="zh-CN" sz="1600" dirty="0">
                <a:solidFill>
                  <a:srgbClr val="D4D4D4"/>
                </a:solidFill>
              </a:rPr>
              <a:t>();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return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res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</a:t>
            </a:r>
            <a:r>
              <a:rPr lang="en-US" altLang="zh-CN" sz="2100" dirty="0">
                <a:solidFill>
                  <a:srgbClr val="569CD6"/>
                </a:solidFill>
              </a:rPr>
              <a:t>int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DCDCAA"/>
                </a:solidFill>
              </a:rPr>
              <a:t>operator%</a:t>
            </a:r>
            <a:r>
              <a:rPr lang="en-US" altLang="zh-CN" sz="2100" dirty="0">
                <a:solidFill>
                  <a:srgbClr val="D4D4D4"/>
                </a:solidFill>
              </a:rPr>
              <a:t>(</a:t>
            </a:r>
            <a:r>
              <a:rPr lang="en-US" altLang="zh-CN" sz="2100" dirty="0">
                <a:solidFill>
                  <a:srgbClr val="569CD6"/>
                </a:solidFill>
              </a:rPr>
              <a:t>const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4EC9B0"/>
                </a:solidFill>
              </a:rPr>
              <a:t>bigint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569CD6"/>
                </a:solidFill>
              </a:rPr>
              <a:t>&amp;</a:t>
            </a:r>
            <a:r>
              <a:rPr lang="en-US" altLang="zh-CN" sz="2100" dirty="0">
                <a:solidFill>
                  <a:srgbClr val="9CDCFE"/>
                </a:solidFill>
              </a:rPr>
              <a:t>A</a:t>
            </a:r>
            <a:r>
              <a:rPr lang="en-US" altLang="zh-CN" sz="2100" dirty="0">
                <a:solidFill>
                  <a:srgbClr val="D4D4D4"/>
                </a:solidFill>
              </a:rPr>
              <a:t>, </a:t>
            </a:r>
            <a:r>
              <a:rPr lang="en-US" altLang="zh-CN" sz="2100" dirty="0">
                <a:solidFill>
                  <a:srgbClr val="569CD6"/>
                </a:solidFill>
              </a:rPr>
              <a:t>const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569CD6"/>
                </a:solidFill>
              </a:rPr>
              <a:t>int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569CD6"/>
                </a:solidFill>
              </a:rPr>
              <a:t>&amp;</a:t>
            </a:r>
            <a:r>
              <a:rPr lang="en-US" altLang="zh-CN" sz="2100" dirty="0">
                <a:solidFill>
                  <a:srgbClr val="9CDCFE"/>
                </a:solidFill>
              </a:rPr>
              <a:t>B</a:t>
            </a:r>
            <a:r>
              <a:rPr lang="en-US" altLang="zh-CN" sz="21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</a:t>
            </a:r>
            <a:r>
              <a:rPr lang="en-US" altLang="zh-CN" sz="2100" dirty="0">
                <a:solidFill>
                  <a:srgbClr val="6A9955"/>
                </a:solidFill>
              </a:rPr>
              <a:t>// B should not greater than 214748364.</a:t>
            </a:r>
            <a:endParaRPr lang="en-US" altLang="zh-CN" sz="2100" dirty="0">
              <a:solidFill>
                <a:srgbClr val="D4D4D4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{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    </a:t>
            </a:r>
            <a:r>
              <a:rPr lang="en-US" altLang="zh-CN" sz="2100" dirty="0">
                <a:solidFill>
                  <a:srgbClr val="569CD6"/>
                </a:solidFill>
              </a:rPr>
              <a:t>int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9CDCFE"/>
                </a:solidFill>
              </a:rPr>
              <a:t>left</a:t>
            </a:r>
            <a:r>
              <a:rPr lang="en-US" altLang="zh-CN" sz="2100" dirty="0">
                <a:solidFill>
                  <a:srgbClr val="D4D4D4"/>
                </a:solidFill>
              </a:rPr>
              <a:t> = </a:t>
            </a:r>
            <a:r>
              <a:rPr lang="en-US" altLang="zh-CN" sz="2100" dirty="0">
                <a:solidFill>
                  <a:srgbClr val="B5CEA8"/>
                </a:solidFill>
              </a:rPr>
              <a:t>0</a:t>
            </a:r>
            <a:r>
              <a:rPr lang="en-US" altLang="zh-CN" sz="21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    </a:t>
            </a:r>
            <a:r>
              <a:rPr lang="en-US" altLang="zh-CN" sz="2100" dirty="0">
                <a:solidFill>
                  <a:srgbClr val="C586C0"/>
                </a:solidFill>
              </a:rPr>
              <a:t>for</a:t>
            </a:r>
            <a:r>
              <a:rPr lang="en-US" altLang="zh-CN" sz="2100" dirty="0">
                <a:solidFill>
                  <a:srgbClr val="D4D4D4"/>
                </a:solidFill>
              </a:rPr>
              <a:t> (</a:t>
            </a:r>
            <a:r>
              <a:rPr lang="en-US" altLang="zh-CN" sz="2100" dirty="0">
                <a:solidFill>
                  <a:srgbClr val="569CD6"/>
                </a:solidFill>
              </a:rPr>
              <a:t>unsigned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9CDCFE"/>
                </a:solidFill>
              </a:rPr>
              <a:t>i</a:t>
            </a:r>
            <a:r>
              <a:rPr lang="en-US" altLang="zh-CN" sz="2100" dirty="0">
                <a:solidFill>
                  <a:srgbClr val="D4D4D4"/>
                </a:solidFill>
              </a:rPr>
              <a:t> = </a:t>
            </a:r>
            <a:r>
              <a:rPr lang="en-US" altLang="zh-CN" sz="2100" dirty="0">
                <a:solidFill>
                  <a:srgbClr val="9CDCFE"/>
                </a:solidFill>
              </a:rPr>
              <a:t>A</a:t>
            </a:r>
            <a:r>
              <a:rPr lang="en-US" altLang="zh-CN" sz="2100" dirty="0">
                <a:solidFill>
                  <a:srgbClr val="D4D4D4"/>
                </a:solidFill>
              </a:rPr>
              <a:t>.</a:t>
            </a:r>
            <a:r>
              <a:rPr lang="en-US" altLang="zh-CN" sz="2100" dirty="0">
                <a:solidFill>
                  <a:srgbClr val="9CDCFE"/>
                </a:solidFill>
              </a:rPr>
              <a:t>num</a:t>
            </a:r>
            <a:r>
              <a:rPr lang="en-US" altLang="zh-CN" sz="2100" dirty="0">
                <a:solidFill>
                  <a:srgbClr val="D4D4D4"/>
                </a:solidFill>
              </a:rPr>
              <a:t>.</a:t>
            </a:r>
            <a:r>
              <a:rPr lang="en-US" altLang="zh-CN" sz="2100" dirty="0">
                <a:solidFill>
                  <a:srgbClr val="DCDCAA"/>
                </a:solidFill>
              </a:rPr>
              <a:t>size</a:t>
            </a:r>
            <a:r>
              <a:rPr lang="en-US" altLang="zh-CN" sz="2100" dirty="0">
                <a:solidFill>
                  <a:srgbClr val="D4D4D4"/>
                </a:solidFill>
              </a:rPr>
              <a:t>(); </a:t>
            </a:r>
            <a:r>
              <a:rPr lang="en-US" altLang="zh-CN" sz="2100" dirty="0">
                <a:solidFill>
                  <a:srgbClr val="9CDCFE"/>
                </a:solidFill>
              </a:rPr>
              <a:t>i</a:t>
            </a:r>
            <a:r>
              <a:rPr lang="en-US" altLang="zh-CN" sz="2100" dirty="0">
                <a:solidFill>
                  <a:srgbClr val="D4D4D4"/>
                </a:solidFill>
              </a:rPr>
              <a:t>--; </a:t>
            </a:r>
            <a:r>
              <a:rPr lang="en-US" altLang="zh-CN" sz="2100" dirty="0">
                <a:solidFill>
                  <a:srgbClr val="9CDCFE"/>
                </a:solidFill>
              </a:rPr>
              <a:t>left</a:t>
            </a:r>
            <a:r>
              <a:rPr lang="en-US" altLang="zh-CN" sz="2100" dirty="0">
                <a:solidFill>
                  <a:srgbClr val="D4D4D4"/>
                </a:solidFill>
              </a:rPr>
              <a:t> *= </a:t>
            </a:r>
            <a:r>
              <a:rPr lang="en-US" altLang="zh-CN" sz="2100" dirty="0">
                <a:solidFill>
                  <a:srgbClr val="B5CEA8"/>
                </a:solidFill>
              </a:rPr>
              <a:t>10</a:t>
            </a:r>
            <a:r>
              <a:rPr lang="en-US" altLang="zh-CN" sz="21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    {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        </a:t>
            </a:r>
            <a:r>
              <a:rPr lang="en-US" altLang="zh-CN" sz="2100" dirty="0">
                <a:solidFill>
                  <a:srgbClr val="9CDCFE"/>
                </a:solidFill>
              </a:rPr>
              <a:t>left</a:t>
            </a:r>
            <a:r>
              <a:rPr lang="en-US" altLang="zh-CN" sz="2100" dirty="0">
                <a:solidFill>
                  <a:srgbClr val="D4D4D4"/>
                </a:solidFill>
              </a:rPr>
              <a:t> += </a:t>
            </a:r>
            <a:r>
              <a:rPr lang="en-US" altLang="zh-CN" sz="2100" dirty="0">
                <a:solidFill>
                  <a:srgbClr val="9CDCFE"/>
                </a:solidFill>
              </a:rPr>
              <a:t>A</a:t>
            </a:r>
            <a:r>
              <a:rPr lang="en-US" altLang="zh-CN" sz="2100" dirty="0">
                <a:solidFill>
                  <a:srgbClr val="D4D4D4"/>
                </a:solidFill>
              </a:rPr>
              <a:t>.</a:t>
            </a:r>
            <a:r>
              <a:rPr lang="en-US" altLang="zh-CN" sz="2100" dirty="0">
                <a:solidFill>
                  <a:srgbClr val="9CDCFE"/>
                </a:solidFill>
              </a:rPr>
              <a:t>num</a:t>
            </a:r>
            <a:r>
              <a:rPr lang="en-US" altLang="zh-CN" sz="2100" dirty="0">
                <a:solidFill>
                  <a:srgbClr val="DCDCAA"/>
                </a:solidFill>
              </a:rPr>
              <a:t>[</a:t>
            </a:r>
            <a:r>
              <a:rPr lang="en-US" altLang="zh-CN" sz="2100" dirty="0">
                <a:solidFill>
                  <a:srgbClr val="9CDCFE"/>
                </a:solidFill>
              </a:rPr>
              <a:t>i</a:t>
            </a:r>
            <a:r>
              <a:rPr lang="en-US" altLang="zh-CN" sz="2100" dirty="0">
                <a:solidFill>
                  <a:srgbClr val="DCDCAA"/>
                </a:solidFill>
              </a:rPr>
              <a:t>]</a:t>
            </a:r>
            <a:r>
              <a:rPr lang="en-US" altLang="zh-CN" sz="21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         </a:t>
            </a:r>
            <a:r>
              <a:rPr lang="en-US" altLang="zh-CN" sz="2100" dirty="0">
                <a:solidFill>
                  <a:srgbClr val="9CDCFE"/>
                </a:solidFill>
              </a:rPr>
              <a:t>left</a:t>
            </a:r>
            <a:r>
              <a:rPr lang="en-US" altLang="zh-CN" sz="2100" dirty="0">
                <a:solidFill>
                  <a:srgbClr val="D4D4D4"/>
                </a:solidFill>
              </a:rPr>
              <a:t> %= </a:t>
            </a:r>
            <a:r>
              <a:rPr lang="en-US" altLang="zh-CN" sz="2100" dirty="0">
                <a:solidFill>
                  <a:srgbClr val="9CDCFE"/>
                </a:solidFill>
              </a:rPr>
              <a:t>B</a:t>
            </a:r>
            <a:r>
              <a:rPr lang="en-US" altLang="zh-CN" sz="21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     }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     </a:t>
            </a:r>
            <a:r>
              <a:rPr lang="en-US" altLang="zh-CN" sz="2100" dirty="0">
                <a:solidFill>
                  <a:srgbClr val="C586C0"/>
                </a:solidFill>
              </a:rPr>
              <a:t>return</a:t>
            </a:r>
            <a:r>
              <a:rPr lang="en-US" altLang="zh-CN" sz="2100" dirty="0">
                <a:solidFill>
                  <a:srgbClr val="D4D4D4"/>
                </a:solidFill>
              </a:rPr>
              <a:t> </a:t>
            </a:r>
            <a:r>
              <a:rPr lang="en-US" altLang="zh-CN" sz="2100" dirty="0">
                <a:solidFill>
                  <a:srgbClr val="9CDCFE"/>
                </a:solidFill>
              </a:rPr>
              <a:t>left</a:t>
            </a:r>
            <a:r>
              <a:rPr lang="en-US" altLang="zh-CN" sz="21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2100" dirty="0">
                <a:solidFill>
                  <a:srgbClr val="D4D4D4"/>
                </a:solidFill>
              </a:rPr>
              <a:t>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/>
              <a:t>高精度除高精度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与单精度除高精度相似</a:t>
            </a:r>
            <a:r>
              <a:rPr lang="en-US" altLang="zh-CN" dirty="0"/>
              <a:t>,</a:t>
            </a:r>
            <a:r>
              <a:rPr lang="zh-CN" altLang="en-US" dirty="0"/>
              <a:t>依然是考虑每位的答案是多少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对于每位</a:t>
            </a:r>
            <a:r>
              <a:rPr lang="en-US" altLang="zh-CN" dirty="0"/>
              <a:t>,</a:t>
            </a:r>
            <a:r>
              <a:rPr lang="zh-CN" altLang="en-US" dirty="0"/>
              <a:t>我们枚举</a:t>
            </a:r>
            <a:r>
              <a:rPr lang="en-US" altLang="zh-CN" dirty="0"/>
              <a:t>(</a:t>
            </a:r>
            <a:r>
              <a:rPr lang="zh-CN" altLang="en-US" dirty="0"/>
              <a:t>倍增</a:t>
            </a:r>
            <a:r>
              <a:rPr lang="en-US" altLang="zh-CN" dirty="0"/>
              <a:t>,</a:t>
            </a:r>
            <a:r>
              <a:rPr lang="zh-CN" altLang="en-US" dirty="0"/>
              <a:t>二分亦可</a:t>
            </a:r>
            <a:r>
              <a:rPr lang="en-US" altLang="zh-CN" dirty="0"/>
              <a:t>)</a:t>
            </a:r>
            <a:r>
              <a:rPr lang="zh-CN" altLang="en-US" dirty="0"/>
              <a:t>其答案</a:t>
            </a:r>
            <a:r>
              <a:rPr lang="en-US" altLang="zh-CN" dirty="0"/>
              <a:t>,</a:t>
            </a:r>
            <a:r>
              <a:rPr lang="zh-CN" altLang="en-US" dirty="0"/>
              <a:t>然后检查其是否合法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 </a:t>
            </a:r>
            <a:r>
              <a:rPr lang="en-US" altLang="zh-CN" sz="1200" dirty="0">
                <a:solidFill>
                  <a:srgbClr val="4EC9B0"/>
                </a:solidFill>
              </a:rPr>
              <a:t>bigint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DCDCAA"/>
                </a:solidFill>
              </a:rPr>
              <a:t>operator/</a:t>
            </a:r>
            <a:r>
              <a:rPr lang="en-US" altLang="zh-CN" sz="1200" dirty="0">
                <a:solidFill>
                  <a:srgbClr val="D4D4D4"/>
                </a:solidFill>
              </a:rPr>
              <a:t>(</a:t>
            </a:r>
            <a:r>
              <a:rPr lang="en-US" altLang="zh-CN" sz="1200" dirty="0">
                <a:solidFill>
                  <a:srgbClr val="569CD6"/>
                </a:solidFill>
              </a:rPr>
              <a:t>const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4EC9B0"/>
                </a:solidFill>
              </a:rPr>
              <a:t>bigint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569CD6"/>
                </a:solidFill>
              </a:rPr>
              <a:t>&amp;</a:t>
            </a:r>
            <a:r>
              <a:rPr lang="en-US" altLang="zh-CN" sz="1200" dirty="0">
                <a:solidFill>
                  <a:srgbClr val="9CDCFE"/>
                </a:solidFill>
              </a:rPr>
              <a:t>A</a:t>
            </a:r>
            <a:r>
              <a:rPr lang="en-US" altLang="zh-CN" sz="1200" dirty="0">
                <a:solidFill>
                  <a:srgbClr val="D4D4D4"/>
                </a:solidFill>
              </a:rPr>
              <a:t>, </a:t>
            </a:r>
            <a:r>
              <a:rPr lang="en-US" altLang="zh-CN" sz="1200" dirty="0">
                <a:solidFill>
                  <a:srgbClr val="569CD6"/>
                </a:solidFill>
              </a:rPr>
              <a:t>const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4EC9B0"/>
                </a:solidFill>
              </a:rPr>
              <a:t>bigint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569CD6"/>
                </a:solidFill>
              </a:rPr>
              <a:t>&amp;</a:t>
            </a:r>
            <a:r>
              <a:rPr lang="en-US" altLang="zh-CN" sz="1200" dirty="0">
                <a:solidFill>
                  <a:srgbClr val="9CDCFE"/>
                </a:solidFill>
              </a:rPr>
              <a:t>B</a:t>
            </a:r>
            <a:r>
              <a:rPr lang="en-US" altLang="zh-CN" sz="12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 {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    </a:t>
            </a:r>
            <a:r>
              <a:rPr lang="en-US" altLang="zh-CN" sz="1200" dirty="0">
                <a:solidFill>
                  <a:srgbClr val="4EC9B0"/>
                </a:solidFill>
              </a:rPr>
              <a:t>bigint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9CDCFE"/>
                </a:solidFill>
              </a:rPr>
              <a:t>res</a:t>
            </a:r>
            <a:r>
              <a:rPr lang="en-US" altLang="zh-CN" sz="12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    </a:t>
            </a:r>
            <a:r>
              <a:rPr lang="en-US" altLang="zh-CN" sz="1200" dirty="0">
                <a:solidFill>
                  <a:srgbClr val="4EC9B0"/>
                </a:solidFill>
              </a:rPr>
              <a:t>std</a:t>
            </a:r>
            <a:r>
              <a:rPr lang="en-US" altLang="zh-CN" sz="1200" dirty="0">
                <a:solidFill>
                  <a:srgbClr val="D4D4D4"/>
                </a:solidFill>
              </a:rPr>
              <a:t>::</a:t>
            </a:r>
            <a:r>
              <a:rPr lang="en-US" altLang="zh-CN" sz="1200" dirty="0">
                <a:solidFill>
                  <a:srgbClr val="4EC9B0"/>
                </a:solidFill>
              </a:rPr>
              <a:t>vector</a:t>
            </a:r>
            <a:r>
              <a:rPr lang="en-US" altLang="zh-CN" sz="1200" dirty="0">
                <a:solidFill>
                  <a:srgbClr val="D4D4D4"/>
                </a:solidFill>
              </a:rPr>
              <a:t>&lt;</a:t>
            </a:r>
            <a:r>
              <a:rPr lang="en-US" altLang="zh-CN" sz="1200" dirty="0">
                <a:solidFill>
                  <a:srgbClr val="569CD6"/>
                </a:solidFill>
              </a:rPr>
              <a:t>int</a:t>
            </a:r>
            <a:r>
              <a:rPr lang="en-US" altLang="zh-CN" sz="1200" dirty="0">
                <a:solidFill>
                  <a:srgbClr val="D4D4D4"/>
                </a:solidFill>
              </a:rPr>
              <a:t>&gt; 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   </a:t>
            </a:r>
            <a:r>
              <a:rPr lang="en-US" altLang="zh-CN" sz="1200" dirty="0">
                <a:solidFill>
                  <a:srgbClr val="9CDCFE"/>
                </a:solidFill>
              </a:rPr>
              <a:t>res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resize</a:t>
            </a:r>
            <a:r>
              <a:rPr lang="en-US" altLang="zh-CN" sz="1200" dirty="0">
                <a:solidFill>
                  <a:srgbClr val="D4D4D4"/>
                </a:solidFill>
              </a:rPr>
              <a:t>(</a:t>
            </a:r>
            <a:r>
              <a:rPr lang="en-US" altLang="zh-CN" sz="1200" dirty="0">
                <a:solidFill>
                  <a:srgbClr val="9CDCFE"/>
                </a:solidFill>
              </a:rPr>
              <a:t>A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());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    </a:t>
            </a:r>
            <a:r>
              <a:rPr lang="en-US" altLang="zh-CN" sz="1200" dirty="0">
                <a:solidFill>
                  <a:srgbClr val="C586C0"/>
                </a:solidFill>
              </a:rPr>
              <a:t>for</a:t>
            </a:r>
            <a:r>
              <a:rPr lang="en-US" altLang="zh-CN" sz="1200" dirty="0">
                <a:solidFill>
                  <a:srgbClr val="D4D4D4"/>
                </a:solidFill>
              </a:rPr>
              <a:t> (</a:t>
            </a:r>
            <a:r>
              <a:rPr lang="en-US" altLang="zh-CN" sz="1200" dirty="0">
                <a:solidFill>
                  <a:srgbClr val="569CD6"/>
                </a:solidFill>
              </a:rPr>
              <a:t>unsigned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9CDCFE"/>
                </a:solidFill>
              </a:rPr>
              <a:t>i</a:t>
            </a:r>
            <a:r>
              <a:rPr lang="en-US" altLang="zh-CN" sz="1200" dirty="0">
                <a:solidFill>
                  <a:srgbClr val="D4D4D4"/>
                </a:solidFill>
              </a:rPr>
              <a:t> = </a:t>
            </a:r>
            <a:r>
              <a:rPr lang="en-US" altLang="zh-CN" sz="1200" dirty="0">
                <a:solidFill>
                  <a:srgbClr val="9CDCFE"/>
                </a:solidFill>
              </a:rPr>
              <a:t>A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(); </a:t>
            </a:r>
            <a:r>
              <a:rPr lang="en-US" altLang="zh-CN" sz="1200" dirty="0">
                <a:solidFill>
                  <a:srgbClr val="9CDCFE"/>
                </a:solidFill>
              </a:rPr>
              <a:t>i</a:t>
            </a:r>
            <a:r>
              <a:rPr lang="en-US" altLang="zh-CN" sz="1200" dirty="0">
                <a:solidFill>
                  <a:srgbClr val="D4D4D4"/>
                </a:solidFill>
              </a:rPr>
              <a:t>--;)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   {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       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insert</a:t>
            </a:r>
            <a:r>
              <a:rPr lang="en-US" altLang="zh-CN" sz="1200" dirty="0">
                <a:solidFill>
                  <a:srgbClr val="D4D4D4"/>
                </a:solidFill>
              </a:rPr>
              <a:t>(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begin</a:t>
            </a:r>
            <a:r>
              <a:rPr lang="en-US" altLang="zh-CN" sz="1200" dirty="0">
                <a:solidFill>
                  <a:srgbClr val="D4D4D4"/>
                </a:solidFill>
              </a:rPr>
              <a:t>(), </a:t>
            </a:r>
            <a:r>
              <a:rPr lang="en-US" altLang="zh-CN" sz="1200" dirty="0">
                <a:solidFill>
                  <a:srgbClr val="9CDCFE"/>
                </a:solidFill>
              </a:rPr>
              <a:t>A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CDCAA"/>
                </a:solidFill>
              </a:rPr>
              <a:t>[</a:t>
            </a:r>
            <a:r>
              <a:rPr lang="en-US" altLang="zh-CN" sz="1200" dirty="0">
                <a:solidFill>
                  <a:srgbClr val="9CDCFE"/>
                </a:solidFill>
              </a:rPr>
              <a:t>i</a:t>
            </a:r>
            <a:r>
              <a:rPr lang="en-US" altLang="zh-CN" sz="1200" dirty="0">
                <a:solidFill>
                  <a:srgbClr val="DCDCAA"/>
                </a:solidFill>
              </a:rPr>
              <a:t>]</a:t>
            </a:r>
            <a:r>
              <a:rPr lang="en-US" altLang="zh-CN" sz="1200" dirty="0">
                <a:solidFill>
                  <a:srgbClr val="D4D4D4"/>
                </a:solidFill>
              </a:rPr>
              <a:t>);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      </a:t>
            </a:r>
            <a:r>
              <a:rPr lang="en-US" altLang="zh-CN" sz="1200" dirty="0">
                <a:solidFill>
                  <a:srgbClr val="569CD6"/>
                </a:solidFill>
              </a:rPr>
              <a:t>bool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9CDCFE"/>
                </a:solidFill>
              </a:rPr>
              <a:t>flag</a:t>
            </a:r>
            <a:r>
              <a:rPr lang="en-US" altLang="zh-CN" sz="1200" dirty="0">
                <a:solidFill>
                  <a:srgbClr val="D4D4D4"/>
                </a:solidFill>
              </a:rPr>
              <a:t> = </a:t>
            </a:r>
            <a:r>
              <a:rPr lang="en-US" altLang="zh-CN" sz="1200" dirty="0">
                <a:solidFill>
                  <a:srgbClr val="569CD6"/>
                </a:solidFill>
              </a:rPr>
              <a:t>false</a:t>
            </a:r>
            <a:r>
              <a:rPr lang="en-US" altLang="zh-CN" sz="12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      </a:t>
            </a:r>
            <a:r>
              <a:rPr lang="en-US" altLang="zh-CN" sz="1200" dirty="0">
                <a:solidFill>
                  <a:srgbClr val="C586C0"/>
                </a:solidFill>
              </a:rPr>
              <a:t>do</a:t>
            </a:r>
            <a:endParaRPr lang="en-US" altLang="zh-CN" sz="1200" dirty="0">
              <a:solidFill>
                <a:srgbClr val="D4D4D4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      {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</a:t>
            </a:r>
            <a:r>
              <a:rPr lang="en-US" altLang="zh-CN" sz="1200" dirty="0">
                <a:solidFill>
                  <a:srgbClr val="9CDCFE"/>
                </a:solidFill>
              </a:rPr>
              <a:t>flag</a:t>
            </a:r>
            <a:r>
              <a:rPr lang="en-US" altLang="zh-CN" sz="1200" dirty="0">
                <a:solidFill>
                  <a:srgbClr val="D4D4D4"/>
                </a:solidFill>
              </a:rPr>
              <a:t> = 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 &gt;= </a:t>
            </a:r>
            <a:r>
              <a:rPr lang="en-US" altLang="zh-CN" sz="1200" dirty="0">
                <a:solidFill>
                  <a:srgbClr val="9CDCFE"/>
                </a:solidFill>
              </a:rPr>
              <a:t>B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</a:t>
            </a:r>
            <a:r>
              <a:rPr lang="en-US" altLang="zh-CN" sz="1200" dirty="0">
                <a:solidFill>
                  <a:srgbClr val="C586C0"/>
                </a:solidFill>
              </a:rPr>
              <a:t>if</a:t>
            </a:r>
            <a:r>
              <a:rPr lang="en-US" altLang="zh-CN" sz="1200" dirty="0">
                <a:solidFill>
                  <a:srgbClr val="D4D4D4"/>
                </a:solidFill>
              </a:rPr>
              <a:t> (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 == </a:t>
            </a:r>
            <a:r>
              <a:rPr lang="en-US" altLang="zh-CN" sz="1200" dirty="0">
                <a:solidFill>
                  <a:srgbClr val="9CDCFE"/>
                </a:solidFill>
              </a:rPr>
              <a:t>B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())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    </a:t>
            </a:r>
            <a:r>
              <a:rPr lang="en-US" altLang="zh-CN" sz="1200" dirty="0">
                <a:solidFill>
                  <a:srgbClr val="C586C0"/>
                </a:solidFill>
              </a:rPr>
              <a:t>for</a:t>
            </a:r>
            <a:r>
              <a:rPr lang="en-US" altLang="zh-CN" sz="1200" dirty="0">
                <a:solidFill>
                  <a:srgbClr val="D4D4D4"/>
                </a:solidFill>
              </a:rPr>
              <a:t> (</a:t>
            </a:r>
            <a:r>
              <a:rPr lang="en-US" altLang="zh-CN" sz="1200" dirty="0">
                <a:solidFill>
                  <a:srgbClr val="569CD6"/>
                </a:solidFill>
              </a:rPr>
              <a:t>unsigned</a:t>
            </a:r>
            <a:r>
              <a:rPr lang="en-US" altLang="zh-CN" sz="1200" dirty="0">
                <a:solidFill>
                  <a:srgbClr val="D4D4D4"/>
                </a:solidFill>
              </a:rPr>
              <a:t> </a:t>
            </a:r>
            <a:r>
              <a:rPr lang="en-US" altLang="zh-CN" sz="1200" dirty="0">
                <a:solidFill>
                  <a:srgbClr val="9CDCFE"/>
                </a:solidFill>
              </a:rPr>
              <a:t>j</a:t>
            </a:r>
            <a:r>
              <a:rPr lang="en-US" altLang="zh-CN" sz="1200" dirty="0">
                <a:solidFill>
                  <a:srgbClr val="D4D4D4"/>
                </a:solidFill>
              </a:rPr>
              <a:t> = 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DCDCAA"/>
                </a:solidFill>
              </a:rPr>
              <a:t>size</a:t>
            </a:r>
            <a:r>
              <a:rPr lang="en-US" altLang="zh-CN" sz="1200" dirty="0">
                <a:solidFill>
                  <a:srgbClr val="D4D4D4"/>
                </a:solidFill>
              </a:rPr>
              <a:t>(); </a:t>
            </a:r>
            <a:r>
              <a:rPr lang="en-US" altLang="zh-CN" sz="1200" dirty="0">
                <a:solidFill>
                  <a:srgbClr val="9CDCFE"/>
                </a:solidFill>
              </a:rPr>
              <a:t>flag</a:t>
            </a:r>
            <a:r>
              <a:rPr lang="en-US" altLang="zh-CN" sz="1200" dirty="0">
                <a:solidFill>
                  <a:srgbClr val="D4D4D4"/>
                </a:solidFill>
              </a:rPr>
              <a:t> &amp;&amp; </a:t>
            </a:r>
            <a:r>
              <a:rPr lang="en-US" altLang="zh-CN" sz="1200" dirty="0">
                <a:solidFill>
                  <a:srgbClr val="9CDCFE"/>
                </a:solidFill>
              </a:rPr>
              <a:t>j</a:t>
            </a:r>
            <a:r>
              <a:rPr lang="en-US" altLang="zh-CN" sz="1200" dirty="0">
                <a:solidFill>
                  <a:srgbClr val="D4D4D4"/>
                </a:solidFill>
              </a:rPr>
              <a:t>--;)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    {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                 </a:t>
            </a:r>
            <a:r>
              <a:rPr lang="en-US" altLang="zh-CN" sz="1200" dirty="0">
                <a:solidFill>
                  <a:srgbClr val="C586C0"/>
                </a:solidFill>
              </a:rPr>
              <a:t>if</a:t>
            </a:r>
            <a:r>
              <a:rPr lang="en-US" altLang="zh-CN" sz="1200" dirty="0">
                <a:solidFill>
                  <a:srgbClr val="D4D4D4"/>
                </a:solidFill>
              </a:rPr>
              <a:t> (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CDCAA"/>
                </a:solidFill>
              </a:rPr>
              <a:t>[</a:t>
            </a:r>
            <a:r>
              <a:rPr lang="en-US" altLang="zh-CN" sz="1200" dirty="0">
                <a:solidFill>
                  <a:srgbClr val="9CDCFE"/>
                </a:solidFill>
              </a:rPr>
              <a:t>j</a:t>
            </a:r>
            <a:r>
              <a:rPr lang="en-US" altLang="zh-CN" sz="1200" dirty="0">
                <a:solidFill>
                  <a:srgbClr val="DCDCAA"/>
                </a:solidFill>
              </a:rPr>
              <a:t>]</a:t>
            </a:r>
            <a:r>
              <a:rPr lang="en-US" altLang="zh-CN" sz="1200" dirty="0">
                <a:solidFill>
                  <a:srgbClr val="D4D4D4"/>
                </a:solidFill>
              </a:rPr>
              <a:t> &lt; </a:t>
            </a:r>
            <a:r>
              <a:rPr lang="en-US" altLang="zh-CN" sz="1200" dirty="0">
                <a:solidFill>
                  <a:srgbClr val="9CDCFE"/>
                </a:solidFill>
              </a:rPr>
              <a:t>B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CDCAA"/>
                </a:solidFill>
              </a:rPr>
              <a:t>[</a:t>
            </a:r>
            <a:r>
              <a:rPr lang="en-US" altLang="zh-CN" sz="1200" dirty="0">
                <a:solidFill>
                  <a:srgbClr val="9CDCFE"/>
                </a:solidFill>
              </a:rPr>
              <a:t>j</a:t>
            </a:r>
            <a:r>
              <a:rPr lang="en-US" altLang="zh-CN" sz="1200" dirty="0">
                <a:solidFill>
                  <a:srgbClr val="DCDCAA"/>
                </a:solidFill>
              </a:rPr>
              <a:t>]</a:t>
            </a:r>
            <a:r>
              <a:rPr lang="en-US" altLang="zh-CN" sz="12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                     </a:t>
            </a:r>
            <a:r>
              <a:rPr lang="en-US" altLang="zh-CN" sz="1200" dirty="0">
                <a:solidFill>
                  <a:srgbClr val="9CDCFE"/>
                </a:solidFill>
              </a:rPr>
              <a:t>flag</a:t>
            </a:r>
            <a:r>
              <a:rPr lang="en-US" altLang="zh-CN" sz="1200" dirty="0">
                <a:solidFill>
                  <a:srgbClr val="D4D4D4"/>
                </a:solidFill>
              </a:rPr>
              <a:t> = </a:t>
            </a:r>
            <a:r>
              <a:rPr lang="en-US" altLang="zh-CN" sz="1200" dirty="0">
                <a:solidFill>
                  <a:srgbClr val="569CD6"/>
                </a:solidFill>
              </a:rPr>
              <a:t>false</a:t>
            </a:r>
            <a:r>
              <a:rPr lang="en-US" altLang="zh-CN" sz="12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        </a:t>
            </a:r>
            <a:r>
              <a:rPr lang="en-US" altLang="zh-CN" sz="1200" dirty="0">
                <a:solidFill>
                  <a:srgbClr val="C586C0"/>
                </a:solidFill>
              </a:rPr>
              <a:t>if</a:t>
            </a:r>
            <a:r>
              <a:rPr lang="en-US" altLang="zh-CN" sz="1200" dirty="0">
                <a:solidFill>
                  <a:srgbClr val="D4D4D4"/>
                </a:solidFill>
              </a:rPr>
              <a:t> (</a:t>
            </a:r>
            <a:r>
              <a:rPr lang="en-US" altLang="zh-CN" sz="1200" dirty="0">
                <a:solidFill>
                  <a:srgbClr val="9CDCFE"/>
                </a:solidFill>
              </a:rPr>
              <a:t>left</a:t>
            </a:r>
            <a:r>
              <a:rPr lang="en-US" altLang="zh-CN" sz="1200" dirty="0">
                <a:solidFill>
                  <a:srgbClr val="DCDCAA"/>
                </a:solidFill>
              </a:rPr>
              <a:t>[</a:t>
            </a:r>
            <a:r>
              <a:rPr lang="en-US" altLang="zh-CN" sz="1200" dirty="0">
                <a:solidFill>
                  <a:srgbClr val="9CDCFE"/>
                </a:solidFill>
              </a:rPr>
              <a:t>j</a:t>
            </a:r>
            <a:r>
              <a:rPr lang="en-US" altLang="zh-CN" sz="1200" dirty="0">
                <a:solidFill>
                  <a:srgbClr val="DCDCAA"/>
                </a:solidFill>
              </a:rPr>
              <a:t>]</a:t>
            </a:r>
            <a:r>
              <a:rPr lang="en-US" altLang="zh-CN" sz="1200" dirty="0">
                <a:solidFill>
                  <a:srgbClr val="D4D4D4"/>
                </a:solidFill>
              </a:rPr>
              <a:t> &gt; </a:t>
            </a:r>
            <a:r>
              <a:rPr lang="en-US" altLang="zh-CN" sz="1200" dirty="0">
                <a:solidFill>
                  <a:srgbClr val="9CDCFE"/>
                </a:solidFill>
              </a:rPr>
              <a:t>B</a:t>
            </a:r>
            <a:r>
              <a:rPr lang="en-US" altLang="zh-CN" sz="1200" dirty="0">
                <a:solidFill>
                  <a:srgbClr val="D4D4D4"/>
                </a:solidFill>
              </a:rPr>
              <a:t>.</a:t>
            </a:r>
            <a:r>
              <a:rPr lang="en-US" altLang="zh-CN" sz="1200" dirty="0">
                <a:solidFill>
                  <a:srgbClr val="9CDCFE"/>
                </a:solidFill>
              </a:rPr>
              <a:t>num</a:t>
            </a:r>
            <a:r>
              <a:rPr lang="en-US" altLang="zh-CN" sz="1200" dirty="0">
                <a:solidFill>
                  <a:srgbClr val="DCDCAA"/>
                </a:solidFill>
              </a:rPr>
              <a:t>[</a:t>
            </a:r>
            <a:r>
              <a:rPr lang="en-US" altLang="zh-CN" sz="1200" dirty="0">
                <a:solidFill>
                  <a:srgbClr val="9CDCFE"/>
                </a:solidFill>
              </a:rPr>
              <a:t>j</a:t>
            </a:r>
            <a:r>
              <a:rPr lang="en-US" altLang="zh-CN" sz="1200" dirty="0">
                <a:solidFill>
                  <a:srgbClr val="DCDCAA"/>
                </a:solidFill>
              </a:rPr>
              <a:t>]</a:t>
            </a:r>
            <a:r>
              <a:rPr lang="en-US" altLang="zh-CN" sz="12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            </a:t>
            </a:r>
            <a:r>
              <a:rPr lang="en-US" altLang="zh-CN" sz="1200" dirty="0">
                <a:solidFill>
                  <a:srgbClr val="C586C0"/>
                </a:solidFill>
              </a:rPr>
              <a:t>break</a:t>
            </a:r>
            <a:r>
              <a:rPr lang="en-US" altLang="zh-CN" sz="12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200" dirty="0">
                <a:solidFill>
                  <a:srgbClr val="D4D4D4"/>
                </a:solidFill>
              </a:rPr>
              <a:t>                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          </a:t>
            </a:r>
            <a:r>
              <a:rPr lang="en-US" altLang="zh-CN" sz="1300" dirty="0">
                <a:solidFill>
                  <a:srgbClr val="C586C0"/>
                </a:solidFill>
              </a:rPr>
              <a:t>if</a:t>
            </a:r>
            <a:r>
              <a:rPr lang="en-US" altLang="zh-CN" sz="1300" dirty="0">
                <a:solidFill>
                  <a:srgbClr val="D4D4D4"/>
                </a:solidFill>
              </a:rPr>
              <a:t> (</a:t>
            </a:r>
            <a:r>
              <a:rPr lang="en-US" altLang="zh-CN" sz="1300" dirty="0">
                <a:solidFill>
                  <a:srgbClr val="9CDCFE"/>
                </a:solidFill>
              </a:rPr>
              <a:t>flag</a:t>
            </a:r>
            <a:r>
              <a:rPr lang="en-US" altLang="zh-CN" sz="13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           {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              </a:t>
            </a:r>
            <a:r>
              <a:rPr lang="en-US" altLang="zh-CN" sz="1300" dirty="0">
                <a:solidFill>
                  <a:srgbClr val="C586C0"/>
                </a:solidFill>
              </a:rPr>
              <a:t>for</a:t>
            </a:r>
            <a:r>
              <a:rPr lang="en-US" altLang="zh-CN" sz="1300" dirty="0">
                <a:solidFill>
                  <a:srgbClr val="D4D4D4"/>
                </a:solidFill>
              </a:rPr>
              <a:t> (</a:t>
            </a:r>
            <a:r>
              <a:rPr lang="en-US" altLang="zh-CN" sz="1300" dirty="0">
                <a:solidFill>
                  <a:srgbClr val="569CD6"/>
                </a:solidFill>
              </a:rPr>
              <a:t>unsigned</a:t>
            </a:r>
            <a:r>
              <a:rPr lang="en-US" altLang="zh-CN" sz="1300" dirty="0">
                <a:solidFill>
                  <a:srgbClr val="D4D4D4"/>
                </a:solidFill>
              </a:rPr>
              <a:t> 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4D4D4"/>
                </a:solidFill>
              </a:rPr>
              <a:t> = </a:t>
            </a:r>
            <a:r>
              <a:rPr lang="en-US" altLang="zh-CN" sz="1300" dirty="0">
                <a:solidFill>
                  <a:srgbClr val="B5CEA8"/>
                </a:solidFill>
              </a:rPr>
              <a:t>0</a:t>
            </a:r>
            <a:r>
              <a:rPr lang="en-US" altLang="zh-CN" sz="1300" dirty="0">
                <a:solidFill>
                  <a:srgbClr val="D4D4D4"/>
                </a:solidFill>
              </a:rPr>
              <a:t>; 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4D4D4"/>
                </a:solidFill>
              </a:rPr>
              <a:t> != </a:t>
            </a:r>
            <a:r>
              <a:rPr lang="en-US" altLang="zh-CN" sz="1300" dirty="0">
                <a:solidFill>
                  <a:srgbClr val="9CDCFE"/>
                </a:solidFill>
              </a:rPr>
              <a:t>B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9CDCFE"/>
                </a:solidFill>
              </a:rPr>
              <a:t>num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size</a:t>
            </a:r>
            <a:r>
              <a:rPr lang="en-US" altLang="zh-CN" sz="1300" dirty="0">
                <a:solidFill>
                  <a:srgbClr val="D4D4D4"/>
                </a:solidFill>
              </a:rPr>
              <a:t>(); ++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               {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                  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CDCAA"/>
                </a:solidFill>
              </a:rPr>
              <a:t>[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CDCAA"/>
                </a:solidFill>
              </a:rPr>
              <a:t>]</a:t>
            </a:r>
            <a:r>
              <a:rPr lang="en-US" altLang="zh-CN" sz="1300" dirty="0">
                <a:solidFill>
                  <a:srgbClr val="D4D4D4"/>
                </a:solidFill>
              </a:rPr>
              <a:t> -= </a:t>
            </a:r>
            <a:r>
              <a:rPr lang="en-US" altLang="zh-CN" sz="1300" dirty="0">
                <a:solidFill>
                  <a:srgbClr val="9CDCFE"/>
                </a:solidFill>
              </a:rPr>
              <a:t>B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9CDCFE"/>
                </a:solidFill>
              </a:rPr>
              <a:t>num</a:t>
            </a:r>
            <a:r>
              <a:rPr lang="en-US" altLang="zh-CN" sz="1300" dirty="0">
                <a:solidFill>
                  <a:srgbClr val="DCDCAA"/>
                </a:solidFill>
              </a:rPr>
              <a:t>[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CDCAA"/>
                </a:solidFill>
              </a:rPr>
              <a:t>]</a:t>
            </a:r>
            <a:r>
              <a:rPr lang="en-US" altLang="zh-CN" sz="13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                  </a:t>
            </a:r>
            <a:r>
              <a:rPr lang="en-US" altLang="zh-CN" sz="1300" dirty="0">
                <a:solidFill>
                  <a:srgbClr val="C586C0"/>
                </a:solidFill>
              </a:rPr>
              <a:t>if</a:t>
            </a:r>
            <a:r>
              <a:rPr lang="en-US" altLang="zh-CN" sz="1300" dirty="0">
                <a:solidFill>
                  <a:srgbClr val="D4D4D4"/>
                </a:solidFill>
              </a:rPr>
              <a:t> (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CDCAA"/>
                </a:solidFill>
              </a:rPr>
              <a:t>[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CDCAA"/>
                </a:solidFill>
              </a:rPr>
              <a:t>]</a:t>
            </a:r>
            <a:r>
              <a:rPr lang="en-US" altLang="zh-CN" sz="1300" dirty="0">
                <a:solidFill>
                  <a:srgbClr val="D4D4D4"/>
                </a:solidFill>
              </a:rPr>
              <a:t> &lt; </a:t>
            </a:r>
            <a:r>
              <a:rPr lang="en-US" altLang="zh-CN" sz="1300" dirty="0">
                <a:solidFill>
                  <a:srgbClr val="B5CEA8"/>
                </a:solidFill>
              </a:rPr>
              <a:t>0</a:t>
            </a:r>
            <a:r>
              <a:rPr lang="en-US" altLang="zh-CN" sz="130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                 {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                     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CDCAA"/>
                </a:solidFill>
              </a:rPr>
              <a:t>[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CDCAA"/>
                </a:solidFill>
              </a:rPr>
              <a:t>]</a:t>
            </a:r>
            <a:r>
              <a:rPr lang="en-US" altLang="zh-CN" sz="1300" dirty="0">
                <a:solidFill>
                  <a:srgbClr val="D4D4D4"/>
                </a:solidFill>
              </a:rPr>
              <a:t> += </a:t>
            </a:r>
            <a:r>
              <a:rPr lang="en-US" altLang="zh-CN" sz="1300" dirty="0">
                <a:solidFill>
                  <a:srgbClr val="B5CEA8"/>
                </a:solidFill>
              </a:rPr>
              <a:t>10</a:t>
            </a:r>
            <a:r>
              <a:rPr lang="en-US" altLang="zh-CN" sz="13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                     --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CDCAA"/>
                </a:solidFill>
              </a:rPr>
              <a:t>[</a:t>
            </a:r>
            <a:r>
              <a:rPr lang="en-US" altLang="zh-CN" sz="1300" dirty="0">
                <a:solidFill>
                  <a:srgbClr val="9CDCFE"/>
                </a:solidFill>
              </a:rPr>
              <a:t>j</a:t>
            </a:r>
            <a:r>
              <a:rPr lang="en-US" altLang="zh-CN" sz="1300" dirty="0">
                <a:solidFill>
                  <a:srgbClr val="D4D4D4"/>
                </a:solidFill>
              </a:rPr>
              <a:t> + </a:t>
            </a:r>
            <a:r>
              <a:rPr lang="en-US" altLang="zh-CN" sz="1300" dirty="0">
                <a:solidFill>
                  <a:srgbClr val="B5CEA8"/>
                </a:solidFill>
              </a:rPr>
              <a:t>1</a:t>
            </a:r>
            <a:r>
              <a:rPr lang="en-US" altLang="zh-CN" sz="1300" dirty="0">
                <a:solidFill>
                  <a:srgbClr val="DCDCAA"/>
                </a:solidFill>
              </a:rPr>
              <a:t>]</a:t>
            </a:r>
            <a:r>
              <a:rPr lang="en-US" altLang="zh-CN" sz="13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                }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            }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           </a:t>
            </a:r>
            <a:r>
              <a:rPr lang="en-US" altLang="zh-CN" sz="1300">
                <a:solidFill>
                  <a:srgbClr val="D4D4D4"/>
                </a:solidFill>
              </a:rPr>
              <a:t> </a:t>
            </a:r>
            <a:r>
              <a:rPr lang="en-US" altLang="zh-CN" sz="1300">
                <a:solidFill>
                  <a:srgbClr val="C586C0"/>
                </a:solidFill>
              </a:rPr>
              <a:t>while</a:t>
            </a:r>
            <a:r>
              <a:rPr lang="en-US" altLang="zh-CN" sz="1300" dirty="0">
                <a:solidFill>
                  <a:srgbClr val="D4D4D4"/>
                </a:solidFill>
              </a:rPr>
              <a:t> (!(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empty</a:t>
            </a:r>
            <a:r>
              <a:rPr lang="en-US" altLang="zh-CN" sz="1300" dirty="0">
                <a:solidFill>
                  <a:srgbClr val="D4D4D4"/>
                </a:solidFill>
              </a:rPr>
              <a:t>() || 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back</a:t>
            </a:r>
            <a:r>
              <a:rPr lang="en-US" altLang="zh-CN" sz="1300" dirty="0">
                <a:solidFill>
                  <a:srgbClr val="D4D4D4"/>
                </a:solidFill>
              </a:rPr>
              <a:t>()))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                </a:t>
            </a:r>
            <a:r>
              <a:rPr lang="en-US" altLang="zh-CN" sz="1300" dirty="0">
                <a:solidFill>
                  <a:srgbClr val="9CDCFE"/>
                </a:solidFill>
              </a:rPr>
              <a:t>left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pop_back</a:t>
            </a:r>
            <a:r>
              <a:rPr lang="en-US" altLang="zh-CN" sz="1300" dirty="0">
                <a:solidFill>
                  <a:srgbClr val="D4D4D4"/>
                </a:solidFill>
              </a:rPr>
              <a:t>();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            ++</a:t>
            </a:r>
            <a:r>
              <a:rPr lang="en-US" altLang="zh-CN" sz="1300" dirty="0">
                <a:solidFill>
                  <a:srgbClr val="9CDCFE"/>
                </a:solidFill>
              </a:rPr>
              <a:t>res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9CDCFE"/>
                </a:solidFill>
              </a:rPr>
              <a:t>num</a:t>
            </a:r>
            <a:r>
              <a:rPr lang="en-US" altLang="zh-CN" sz="1300" dirty="0">
                <a:solidFill>
                  <a:srgbClr val="DCDCAA"/>
                </a:solidFill>
              </a:rPr>
              <a:t>[</a:t>
            </a:r>
            <a:r>
              <a:rPr lang="en-US" altLang="zh-CN" sz="1300" dirty="0">
                <a:solidFill>
                  <a:srgbClr val="9CDCFE"/>
                </a:solidFill>
              </a:rPr>
              <a:t>i</a:t>
            </a:r>
            <a:r>
              <a:rPr lang="en-US" altLang="zh-CN" sz="1300" dirty="0">
                <a:solidFill>
                  <a:srgbClr val="DCDCAA"/>
                </a:solidFill>
              </a:rPr>
              <a:t>]</a:t>
            </a:r>
            <a:r>
              <a:rPr lang="en-US" altLang="zh-CN" sz="13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        }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      }</a:t>
            </a:r>
            <a:r>
              <a:rPr lang="en-US" altLang="zh-CN" sz="1300">
                <a:solidFill>
                  <a:srgbClr val="D4D4D4"/>
                </a:solidFill>
              </a:rPr>
              <a:t> </a:t>
            </a:r>
            <a:r>
              <a:rPr lang="en-US" altLang="zh-CN" sz="1300">
                <a:solidFill>
                  <a:srgbClr val="C586C0"/>
                </a:solidFill>
              </a:rPr>
              <a:t>while</a:t>
            </a:r>
            <a:r>
              <a:rPr lang="en-US" altLang="zh-CN" sz="1300" dirty="0">
                <a:solidFill>
                  <a:srgbClr val="D4D4D4"/>
                </a:solidFill>
              </a:rPr>
              <a:t> (</a:t>
            </a:r>
            <a:r>
              <a:rPr lang="en-US" altLang="zh-CN" sz="1300" dirty="0">
                <a:solidFill>
                  <a:srgbClr val="9CDCFE"/>
                </a:solidFill>
              </a:rPr>
              <a:t>flag</a:t>
            </a:r>
            <a:r>
              <a:rPr lang="en-US" altLang="zh-CN" sz="1300" dirty="0">
                <a:solidFill>
                  <a:srgbClr val="D4D4D4"/>
                </a:solidFill>
              </a:rPr>
              <a:t>);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  }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  </a:t>
            </a:r>
            <a:r>
              <a:rPr lang="en-US" altLang="zh-CN" sz="1300">
                <a:solidFill>
                  <a:srgbClr val="D4D4D4"/>
                </a:solidFill>
              </a:rPr>
              <a:t> </a:t>
            </a:r>
            <a:r>
              <a:rPr lang="en-US" altLang="zh-CN" sz="1300">
                <a:solidFill>
                  <a:srgbClr val="C586C0"/>
                </a:solidFill>
              </a:rPr>
              <a:t>while</a:t>
            </a:r>
            <a:r>
              <a:rPr lang="en-US" altLang="zh-CN" sz="1300" dirty="0">
                <a:solidFill>
                  <a:srgbClr val="D4D4D4"/>
                </a:solidFill>
              </a:rPr>
              <a:t> (!(</a:t>
            </a:r>
            <a:r>
              <a:rPr lang="en-US" altLang="zh-CN" sz="1300" dirty="0">
                <a:solidFill>
                  <a:srgbClr val="9CDCFE"/>
                </a:solidFill>
              </a:rPr>
              <a:t>res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9CDCFE"/>
                </a:solidFill>
              </a:rPr>
              <a:t>num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empty</a:t>
            </a:r>
            <a:r>
              <a:rPr lang="en-US" altLang="zh-CN" sz="1300" dirty="0">
                <a:solidFill>
                  <a:srgbClr val="D4D4D4"/>
                </a:solidFill>
              </a:rPr>
              <a:t>() || </a:t>
            </a:r>
            <a:r>
              <a:rPr lang="en-US" altLang="zh-CN" sz="1300" dirty="0">
                <a:solidFill>
                  <a:srgbClr val="9CDCFE"/>
                </a:solidFill>
              </a:rPr>
              <a:t>res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9CDCFE"/>
                </a:solidFill>
              </a:rPr>
              <a:t>num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back</a:t>
            </a:r>
            <a:r>
              <a:rPr lang="en-US" altLang="zh-CN" sz="1300" dirty="0">
                <a:solidFill>
                  <a:srgbClr val="D4D4D4"/>
                </a:solidFill>
              </a:rPr>
              <a:t>()))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       </a:t>
            </a:r>
            <a:r>
              <a:rPr lang="en-US" altLang="zh-CN" sz="1300" dirty="0">
                <a:solidFill>
                  <a:srgbClr val="9CDCFE"/>
                </a:solidFill>
              </a:rPr>
              <a:t>res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9CDCFE"/>
                </a:solidFill>
              </a:rPr>
              <a:t>num</a:t>
            </a:r>
            <a:r>
              <a:rPr lang="en-US" altLang="zh-CN" sz="1300" dirty="0">
                <a:solidFill>
                  <a:srgbClr val="D4D4D4"/>
                </a:solidFill>
              </a:rPr>
              <a:t>.</a:t>
            </a:r>
            <a:r>
              <a:rPr lang="en-US" altLang="zh-CN" sz="1300" dirty="0">
                <a:solidFill>
                  <a:srgbClr val="DCDCAA"/>
                </a:solidFill>
              </a:rPr>
              <a:t>pop_back</a:t>
            </a:r>
            <a:r>
              <a:rPr lang="en-US" altLang="zh-CN" sz="1300" dirty="0">
                <a:solidFill>
                  <a:srgbClr val="D4D4D4"/>
                </a:solidFill>
              </a:rPr>
              <a:t>();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     </a:t>
            </a:r>
            <a:r>
              <a:rPr lang="en-US" altLang="zh-CN" sz="1300" dirty="0">
                <a:solidFill>
                  <a:srgbClr val="C586C0"/>
                </a:solidFill>
              </a:rPr>
              <a:t>return</a:t>
            </a:r>
            <a:r>
              <a:rPr lang="en-US" altLang="zh-CN" sz="1300" dirty="0">
                <a:solidFill>
                  <a:srgbClr val="D4D4D4"/>
                </a:solidFill>
              </a:rPr>
              <a:t> </a:t>
            </a:r>
            <a:r>
              <a:rPr lang="en-US" altLang="zh-CN" sz="1300" dirty="0">
                <a:solidFill>
                  <a:srgbClr val="9CDCFE"/>
                </a:solidFill>
              </a:rPr>
              <a:t>res</a:t>
            </a:r>
            <a:r>
              <a:rPr lang="en-US" altLang="zh-CN" sz="130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 startAt="21"/>
            </a:pPr>
            <a:r>
              <a:rPr lang="en-US" altLang="zh-CN" sz="1300" dirty="0">
                <a:solidFill>
                  <a:srgbClr val="D4D4D4"/>
                </a:solidFill>
              </a:rPr>
              <a:t>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DCDCAA"/>
                </a:solidFill>
              </a:rPr>
              <a:t>operator%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, 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--;)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insert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begin</a:t>
            </a:r>
            <a:r>
              <a:rPr lang="en-US" altLang="zh-CN" sz="1600" dirty="0">
                <a:solidFill>
                  <a:srgbClr val="D4D4D4"/>
                </a:solidFill>
              </a:rPr>
              <a:t>(), </a:t>
            </a:r>
            <a:r>
              <a:rPr lang="en-US" altLang="zh-CN" sz="1600" dirty="0">
                <a:solidFill>
                  <a:srgbClr val="9CDCFE"/>
                </a:solidFill>
              </a:rPr>
              <a:t>A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569CD6"/>
                </a:solidFill>
              </a:rPr>
              <a:t>bool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flag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569CD6"/>
                </a:solidFill>
              </a:rPr>
              <a:t>false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do</a:t>
            </a:r>
            <a:endParaRPr lang="en-US" altLang="zh-CN" sz="1600" dirty="0">
              <a:solidFill>
                <a:srgbClr val="D4D4D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flag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 &gt;=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 ==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</a:t>
            </a:r>
            <a:r>
              <a:rPr lang="en-US" altLang="zh-CN" sz="1600" dirty="0">
                <a:solidFill>
                  <a:srgbClr val="9CDCFE"/>
                </a:solidFill>
              </a:rPr>
              <a:t>flag</a:t>
            </a:r>
            <a:r>
              <a:rPr lang="en-US" altLang="zh-CN" sz="1600" dirty="0">
                <a:solidFill>
                  <a:srgbClr val="D4D4D4"/>
                </a:solidFill>
              </a:rPr>
              <a:t> &amp;&amp; 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4D4D4"/>
                </a:solidFill>
              </a:rPr>
              <a:t>--;)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&lt;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flag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569CD6"/>
                </a:solidFill>
              </a:rPr>
              <a:t>false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if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9CDCFE"/>
                </a:solidFill>
              </a:rPr>
              <a:t>left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&gt; </a:t>
            </a:r>
            <a:r>
              <a:rPr lang="en-US" altLang="zh-CN" sz="1600" dirty="0">
                <a:solidFill>
                  <a:srgbClr val="9CDCFE"/>
                </a:solidFill>
              </a:rPr>
              <a:t>B</a:t>
            </a:r>
            <a:r>
              <a:rPr lang="en-US" altLang="zh-CN" sz="1600" dirty="0">
                <a:solidFill>
                  <a:srgbClr val="D4D4D4"/>
                </a:solidFill>
              </a:rPr>
              <a:t>.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j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        </a:t>
            </a:r>
            <a:r>
              <a:rPr lang="en-US" altLang="zh-CN" sz="1600" dirty="0">
                <a:solidFill>
                  <a:srgbClr val="C586C0"/>
                </a:solidFill>
              </a:rPr>
              <a:t>break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       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23</a:t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800" dirty="0">
                <a:solidFill>
                  <a:srgbClr val="C586C0"/>
                </a:solidFill>
              </a:rPr>
              <a:t>if</a:t>
            </a:r>
            <a:r>
              <a:rPr lang="en-US" altLang="zh-CN" sz="1800" dirty="0">
                <a:solidFill>
                  <a:srgbClr val="D4D4D4"/>
                </a:solidFill>
              </a:rPr>
              <a:t> (</a:t>
            </a:r>
            <a:r>
              <a:rPr lang="en-US" altLang="zh-CN" sz="1800" dirty="0">
                <a:solidFill>
                  <a:srgbClr val="9CDCFE"/>
                </a:solidFill>
              </a:rPr>
              <a:t>flag</a:t>
            </a:r>
            <a:r>
              <a:rPr lang="en-US" altLang="zh-CN" sz="1800" dirty="0">
                <a:solidFill>
                  <a:srgbClr val="D4D4D4"/>
                </a:solidFill>
              </a:rPr>
              <a:t>)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{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</a:t>
            </a:r>
            <a:r>
              <a:rPr lang="en-US" altLang="zh-CN" sz="1800" dirty="0">
                <a:solidFill>
                  <a:srgbClr val="C586C0"/>
                </a:solidFill>
              </a:rPr>
              <a:t>for</a:t>
            </a:r>
            <a:r>
              <a:rPr lang="en-US" altLang="zh-CN" sz="1800" dirty="0">
                <a:solidFill>
                  <a:srgbClr val="D4D4D4"/>
                </a:solidFill>
              </a:rPr>
              <a:t> (</a:t>
            </a:r>
            <a:r>
              <a:rPr lang="en-US" altLang="zh-CN" sz="1800" dirty="0">
                <a:solidFill>
                  <a:srgbClr val="569CD6"/>
                </a:solidFill>
              </a:rPr>
              <a:t>unsigned</a:t>
            </a:r>
            <a:r>
              <a:rPr lang="en-US" altLang="zh-CN" sz="1800" dirty="0">
                <a:solidFill>
                  <a:srgbClr val="D4D4D4"/>
                </a:solidFill>
              </a:rPr>
              <a:t> 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4D4D4"/>
                </a:solidFill>
              </a:rPr>
              <a:t> = </a:t>
            </a:r>
            <a:r>
              <a:rPr lang="en-US" altLang="zh-CN" sz="1800" dirty="0">
                <a:solidFill>
                  <a:srgbClr val="B5CEA8"/>
                </a:solidFill>
              </a:rPr>
              <a:t>0</a:t>
            </a:r>
            <a:r>
              <a:rPr lang="en-US" altLang="zh-CN" sz="1800" dirty="0">
                <a:solidFill>
                  <a:srgbClr val="D4D4D4"/>
                </a:solidFill>
              </a:rPr>
              <a:t>; 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4D4D4"/>
                </a:solidFill>
              </a:rPr>
              <a:t> != </a:t>
            </a:r>
            <a:r>
              <a:rPr lang="en-US" altLang="zh-CN" sz="1800" dirty="0">
                <a:solidFill>
                  <a:srgbClr val="9CDCFE"/>
                </a:solidFill>
              </a:rPr>
              <a:t>B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DCDCAA"/>
                </a:solidFill>
              </a:rPr>
              <a:t>size</a:t>
            </a:r>
            <a:r>
              <a:rPr lang="en-US" altLang="zh-CN" sz="1800" dirty="0">
                <a:solidFill>
                  <a:srgbClr val="D4D4D4"/>
                </a:solidFill>
              </a:rPr>
              <a:t>(); ++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4D4D4"/>
                </a:solidFill>
              </a:rPr>
              <a:t>)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{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CDCAA"/>
                </a:solidFill>
              </a:rPr>
              <a:t>[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CDCAA"/>
                </a:solidFill>
              </a:rPr>
              <a:t>]</a:t>
            </a:r>
            <a:r>
              <a:rPr lang="en-US" altLang="zh-CN" sz="1800" dirty="0">
                <a:solidFill>
                  <a:srgbClr val="D4D4D4"/>
                </a:solidFill>
              </a:rPr>
              <a:t> -= </a:t>
            </a:r>
            <a:r>
              <a:rPr lang="en-US" altLang="zh-CN" sz="1800" dirty="0">
                <a:solidFill>
                  <a:srgbClr val="9CDCFE"/>
                </a:solidFill>
              </a:rPr>
              <a:t>B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CDCAA"/>
                </a:solidFill>
              </a:rPr>
              <a:t>[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CDCAA"/>
                </a:solidFill>
              </a:rPr>
              <a:t>]</a:t>
            </a:r>
            <a:r>
              <a:rPr lang="en-US" altLang="zh-CN" sz="1800" dirty="0">
                <a:solidFill>
                  <a:srgbClr val="D4D4D4"/>
                </a:solidFill>
              </a:rPr>
              <a:t>;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</a:t>
            </a:r>
            <a:r>
              <a:rPr lang="en-US" altLang="zh-CN" sz="1800" dirty="0">
                <a:solidFill>
                  <a:srgbClr val="C586C0"/>
                </a:solidFill>
              </a:rPr>
              <a:t>if</a:t>
            </a:r>
            <a:r>
              <a:rPr lang="en-US" altLang="zh-CN" sz="1800" dirty="0">
                <a:solidFill>
                  <a:srgbClr val="D4D4D4"/>
                </a:solidFill>
              </a:rPr>
              <a:t> (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CDCAA"/>
                </a:solidFill>
              </a:rPr>
              <a:t>[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CDCAA"/>
                </a:solidFill>
              </a:rPr>
              <a:t>]</a:t>
            </a:r>
            <a:r>
              <a:rPr lang="en-US" altLang="zh-CN" sz="1800" dirty="0">
                <a:solidFill>
                  <a:srgbClr val="D4D4D4"/>
                </a:solidFill>
              </a:rPr>
              <a:t> &lt; </a:t>
            </a:r>
            <a:r>
              <a:rPr lang="en-US" altLang="zh-CN" sz="1800" dirty="0">
                <a:solidFill>
                  <a:srgbClr val="B5CEA8"/>
                </a:solidFill>
              </a:rPr>
              <a:t>0</a:t>
            </a:r>
            <a:r>
              <a:rPr lang="en-US" altLang="zh-CN" sz="1800" dirty="0">
                <a:solidFill>
                  <a:srgbClr val="D4D4D4"/>
                </a:solidFill>
              </a:rPr>
              <a:t>)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{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    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CDCAA"/>
                </a:solidFill>
              </a:rPr>
              <a:t>[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CDCAA"/>
                </a:solidFill>
              </a:rPr>
              <a:t>]</a:t>
            </a:r>
            <a:r>
              <a:rPr lang="en-US" altLang="zh-CN" sz="1800" dirty="0">
                <a:solidFill>
                  <a:srgbClr val="D4D4D4"/>
                </a:solidFill>
              </a:rPr>
              <a:t> += </a:t>
            </a:r>
            <a:r>
              <a:rPr lang="en-US" altLang="zh-CN" sz="1800" dirty="0">
                <a:solidFill>
                  <a:srgbClr val="B5CEA8"/>
                </a:solidFill>
              </a:rPr>
              <a:t>10</a:t>
            </a:r>
            <a:r>
              <a:rPr lang="en-US" altLang="zh-CN" sz="1800" dirty="0">
                <a:solidFill>
                  <a:srgbClr val="D4D4D4"/>
                </a:solidFill>
              </a:rPr>
              <a:t>;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    --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CDCAA"/>
                </a:solidFill>
              </a:rPr>
              <a:t>[</a:t>
            </a:r>
            <a:r>
              <a:rPr lang="en-US" altLang="zh-CN" sz="1800" dirty="0">
                <a:solidFill>
                  <a:srgbClr val="9CDCFE"/>
                </a:solidFill>
              </a:rPr>
              <a:t>j</a:t>
            </a:r>
            <a:r>
              <a:rPr lang="en-US" altLang="zh-CN" sz="1800" dirty="0">
                <a:solidFill>
                  <a:srgbClr val="D4D4D4"/>
                </a:solidFill>
              </a:rPr>
              <a:t> + </a:t>
            </a:r>
            <a:r>
              <a:rPr lang="en-US" altLang="zh-CN" sz="1800" dirty="0">
                <a:solidFill>
                  <a:srgbClr val="B5CEA8"/>
                </a:solidFill>
              </a:rPr>
              <a:t>1</a:t>
            </a:r>
            <a:r>
              <a:rPr lang="en-US" altLang="zh-CN" sz="1800" dirty="0">
                <a:solidFill>
                  <a:srgbClr val="DCDCAA"/>
                </a:solidFill>
              </a:rPr>
              <a:t>]</a:t>
            </a:r>
            <a:r>
              <a:rPr lang="en-US" altLang="zh-CN" sz="1800" dirty="0">
                <a:solidFill>
                  <a:srgbClr val="D4D4D4"/>
                </a:solidFill>
              </a:rPr>
              <a:t>;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}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}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</a:t>
            </a:r>
            <a:r>
              <a:rPr lang="en-US" altLang="zh-CN" sz="1800">
                <a:solidFill>
                  <a:srgbClr val="D4D4D4"/>
                </a:solidFill>
              </a:rPr>
              <a:t> </a:t>
            </a:r>
            <a:r>
              <a:rPr lang="en-US" altLang="zh-CN" sz="1800">
                <a:solidFill>
                  <a:srgbClr val="C586C0"/>
                </a:solidFill>
              </a:rPr>
              <a:t>while</a:t>
            </a:r>
            <a:r>
              <a:rPr lang="en-US" altLang="zh-CN" sz="1800" dirty="0">
                <a:solidFill>
                  <a:srgbClr val="D4D4D4"/>
                </a:solidFill>
              </a:rPr>
              <a:t> (!(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DCDCAA"/>
                </a:solidFill>
              </a:rPr>
              <a:t>empty</a:t>
            </a:r>
            <a:r>
              <a:rPr lang="en-US" altLang="zh-CN" sz="1800" dirty="0">
                <a:solidFill>
                  <a:srgbClr val="D4D4D4"/>
                </a:solidFill>
              </a:rPr>
              <a:t>() || 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DCDCAA"/>
                </a:solidFill>
              </a:rPr>
              <a:t>back</a:t>
            </a:r>
            <a:r>
              <a:rPr lang="en-US" altLang="zh-CN" sz="1800" dirty="0">
                <a:solidFill>
                  <a:srgbClr val="D4D4D4"/>
                </a:solidFill>
              </a:rPr>
              <a:t>()))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        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9CDCFE"/>
                </a:solidFill>
              </a:rPr>
              <a:t>num</a:t>
            </a:r>
            <a:r>
              <a:rPr lang="en-US" altLang="zh-CN" sz="1800" dirty="0">
                <a:solidFill>
                  <a:srgbClr val="D4D4D4"/>
                </a:solidFill>
              </a:rPr>
              <a:t>.</a:t>
            </a:r>
            <a:r>
              <a:rPr lang="en-US" altLang="zh-CN" sz="1800" dirty="0">
                <a:solidFill>
                  <a:srgbClr val="DCDCAA"/>
                </a:solidFill>
              </a:rPr>
              <a:t>pop_back</a:t>
            </a:r>
            <a:r>
              <a:rPr lang="en-US" altLang="zh-CN" sz="1800" dirty="0">
                <a:solidFill>
                  <a:srgbClr val="D4D4D4"/>
                </a:solidFill>
              </a:rPr>
              <a:t>();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    }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    }</a:t>
            </a:r>
            <a:r>
              <a:rPr lang="en-US" altLang="zh-CN" sz="1800">
                <a:solidFill>
                  <a:srgbClr val="D4D4D4"/>
                </a:solidFill>
              </a:rPr>
              <a:t> </a:t>
            </a:r>
            <a:r>
              <a:rPr lang="en-US" altLang="zh-CN" sz="1800">
                <a:solidFill>
                  <a:srgbClr val="C586C0"/>
                </a:solidFill>
              </a:rPr>
              <a:t>while</a:t>
            </a:r>
            <a:r>
              <a:rPr lang="en-US" altLang="zh-CN" sz="1800" dirty="0">
                <a:solidFill>
                  <a:srgbClr val="D4D4D4"/>
                </a:solidFill>
              </a:rPr>
              <a:t> (</a:t>
            </a:r>
            <a:r>
              <a:rPr lang="en-US" altLang="zh-CN" sz="1800" dirty="0">
                <a:solidFill>
                  <a:srgbClr val="9CDCFE"/>
                </a:solidFill>
              </a:rPr>
              <a:t>flag</a:t>
            </a:r>
            <a:r>
              <a:rPr lang="en-US" altLang="zh-CN" sz="1800" dirty="0">
                <a:solidFill>
                  <a:srgbClr val="D4D4D4"/>
                </a:solidFill>
              </a:rPr>
              <a:t>);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}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    </a:t>
            </a:r>
            <a:r>
              <a:rPr lang="en-US" altLang="zh-CN" sz="1800" dirty="0">
                <a:solidFill>
                  <a:srgbClr val="C586C0"/>
                </a:solidFill>
              </a:rPr>
              <a:t>return</a:t>
            </a:r>
            <a:r>
              <a:rPr lang="en-US" altLang="zh-CN" sz="1800" dirty="0">
                <a:solidFill>
                  <a:srgbClr val="D4D4D4"/>
                </a:solidFill>
              </a:rPr>
              <a:t> </a:t>
            </a:r>
            <a:r>
              <a:rPr lang="en-US" altLang="zh-CN" sz="1800" dirty="0">
                <a:solidFill>
                  <a:srgbClr val="9CDCFE"/>
                </a:solidFill>
              </a:rPr>
              <a:t>left</a:t>
            </a:r>
            <a:r>
              <a:rPr lang="en-US" altLang="zh-CN" sz="1800" dirty="0">
                <a:solidFill>
                  <a:srgbClr val="D4D4D4"/>
                </a:solidFill>
              </a:rPr>
              <a:t>;</a:t>
            </a:r>
          </a:p>
          <a:p>
            <a:pPr lvl="0">
              <a:buFont typeface="+mj-lt"/>
              <a:buAutoNum type="arabicPeriod" startAt="19"/>
            </a:pPr>
            <a:r>
              <a:rPr lang="en-US" altLang="zh-CN" sz="18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900" dirty="0"/>
              <a:t>其他操作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500" dirty="0">
                <a:hlinkClick r:id="rId2" action="ppaction://hlinksldjump"/>
              </a:rPr>
              <a:t>读入</a:t>
            </a:r>
            <a:endParaRPr lang="en-US" altLang="zh-CN" sz="4500" dirty="0"/>
          </a:p>
          <a:p>
            <a:r>
              <a:rPr lang="zh-CN" altLang="en-US" sz="4500" dirty="0">
                <a:hlinkClick r:id="rId3" action="ppaction://hlinksldjump"/>
              </a:rPr>
              <a:t>输出</a:t>
            </a:r>
            <a:endParaRPr lang="en-US" altLang="zh-CN" sz="4500" dirty="0"/>
          </a:p>
          <a:p>
            <a:r>
              <a:rPr lang="zh-CN" altLang="en-US" sz="4500" dirty="0">
                <a:hlinkClick r:id="rId4" action="ppaction://hlinksldjump"/>
              </a:rPr>
              <a:t>压位</a:t>
            </a:r>
            <a:endParaRPr lang="en-US" altLang="zh-CN" sz="4500" dirty="0"/>
          </a:p>
          <a:p>
            <a:r>
              <a:rPr lang="zh-CN" altLang="en-US" sz="4500" dirty="0">
                <a:hlinkClick r:id="rId5" action="ppaction://hlinksldjump"/>
              </a:rPr>
              <a:t>比较操作</a:t>
            </a:r>
            <a:endParaRPr lang="en-US" altLang="zh-CN" sz="4500" dirty="0"/>
          </a:p>
          <a:p>
            <a:r>
              <a:rPr lang="zh-CN" altLang="en-US" sz="4500" dirty="0"/>
              <a:t>进制转换</a:t>
            </a:r>
            <a:endParaRPr lang="en-US" altLang="zh-CN" sz="45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7" name="左箭头 6">
            <a:hlinkClick r:id="rId6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 action="ppaction://hlinksldjump"/>
              </a:rPr>
              <a:t>整型的读入</a:t>
            </a:r>
            <a:endParaRPr lang="en-US" altLang="zh-CN" dirty="0"/>
          </a:p>
          <a:p>
            <a:r>
              <a:rPr lang="zh-CN" altLang="en-US" dirty="0">
                <a:hlinkClick r:id="rId3" action="ppaction://hlinksldjump"/>
              </a:rPr>
              <a:t>字符串的读入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7" name="左箭头 6">
            <a:hlinkClick r:id="rId4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整型的读入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取出每一位后</a:t>
            </a:r>
            <a:r>
              <a:rPr lang="en-US" altLang="zh-CN" dirty="0"/>
              <a:t>,</a:t>
            </a:r>
            <a:r>
              <a:rPr lang="zh-CN" altLang="en-US" dirty="0"/>
              <a:t>直接赋值即可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</a:t>
            </a:r>
            <a:r>
              <a:rPr lang="en-US" altLang="zh-CN" sz="2900" dirty="0">
                <a:solidFill>
                  <a:srgbClr val="569CD6"/>
                </a:solidFill>
              </a:rPr>
              <a:t>template</a:t>
            </a:r>
            <a:r>
              <a:rPr lang="en-US" altLang="zh-CN" sz="2900" dirty="0">
                <a:solidFill>
                  <a:srgbClr val="D4D4D4"/>
                </a:solidFill>
              </a:rPr>
              <a:t> &lt;</a:t>
            </a:r>
            <a:r>
              <a:rPr lang="en-US" altLang="zh-CN" sz="2900" dirty="0">
                <a:solidFill>
                  <a:srgbClr val="569CD6"/>
                </a:solidFill>
              </a:rPr>
              <a:t>class</a:t>
            </a:r>
            <a:r>
              <a:rPr lang="en-US" altLang="zh-CN" sz="2900" dirty="0">
                <a:solidFill>
                  <a:srgbClr val="D4D4D4"/>
                </a:solidFill>
              </a:rPr>
              <a:t> </a:t>
            </a:r>
            <a:r>
              <a:rPr lang="en-US" altLang="zh-CN" sz="2900" dirty="0">
                <a:solidFill>
                  <a:srgbClr val="4EC9B0"/>
                </a:solidFill>
              </a:rPr>
              <a:t>T</a:t>
            </a:r>
            <a:r>
              <a:rPr lang="en-US" altLang="zh-CN" sz="2900" dirty="0">
                <a:solidFill>
                  <a:srgbClr val="D4D4D4"/>
                </a:solidFill>
              </a:rPr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</a:t>
            </a:r>
            <a:r>
              <a:rPr lang="en-US" altLang="zh-CN" sz="2900" dirty="0">
                <a:solidFill>
                  <a:srgbClr val="569CD6"/>
                </a:solidFill>
              </a:rPr>
              <a:t>void</a:t>
            </a:r>
            <a:r>
              <a:rPr lang="en-US" altLang="zh-CN" sz="2900" dirty="0">
                <a:solidFill>
                  <a:srgbClr val="D4D4D4"/>
                </a:solidFill>
              </a:rPr>
              <a:t> </a:t>
            </a:r>
            <a:r>
              <a:rPr lang="en-US" altLang="zh-CN" sz="2900" dirty="0">
                <a:solidFill>
                  <a:srgbClr val="4EC9B0"/>
                </a:solidFill>
              </a:rPr>
              <a:t>bigint</a:t>
            </a:r>
            <a:r>
              <a:rPr lang="en-US" altLang="zh-CN" sz="2900" dirty="0">
                <a:solidFill>
                  <a:srgbClr val="D4D4D4"/>
                </a:solidFill>
              </a:rPr>
              <a:t>::</a:t>
            </a:r>
            <a:r>
              <a:rPr lang="en-US" altLang="zh-CN" sz="2900" dirty="0">
                <a:solidFill>
                  <a:srgbClr val="DCDCAA"/>
                </a:solidFill>
              </a:rPr>
              <a:t>read</a:t>
            </a:r>
            <a:r>
              <a:rPr lang="en-US" altLang="zh-CN" sz="2900" dirty="0">
                <a:solidFill>
                  <a:srgbClr val="D4D4D4"/>
                </a:solidFill>
              </a:rPr>
              <a:t>(</a:t>
            </a:r>
            <a:r>
              <a:rPr lang="en-US" altLang="zh-CN" sz="2900" dirty="0">
                <a:solidFill>
                  <a:srgbClr val="4EC9B0"/>
                </a:solidFill>
              </a:rPr>
              <a:t>T</a:t>
            </a:r>
            <a:r>
              <a:rPr lang="en-US" altLang="zh-CN" sz="2900" dirty="0">
                <a:solidFill>
                  <a:srgbClr val="D4D4D4"/>
                </a:solidFill>
              </a:rPr>
              <a:t> </a:t>
            </a:r>
            <a:r>
              <a:rPr lang="en-US" altLang="zh-CN" sz="2900" dirty="0" err="1">
                <a:solidFill>
                  <a:srgbClr val="9CDCFE"/>
                </a:solidFill>
              </a:rPr>
              <a:t>val</a:t>
            </a:r>
            <a:r>
              <a:rPr lang="en-US" altLang="zh-CN" sz="29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    </a:t>
            </a:r>
            <a:r>
              <a:rPr lang="en-US" altLang="zh-CN" sz="2900" dirty="0" err="1">
                <a:solidFill>
                  <a:srgbClr val="9CDCFE"/>
                </a:solidFill>
              </a:rPr>
              <a:t>num</a:t>
            </a:r>
            <a:r>
              <a:rPr lang="en-US" altLang="zh-CN" sz="2900" dirty="0" err="1">
                <a:solidFill>
                  <a:srgbClr val="D4D4D4"/>
                </a:solidFill>
              </a:rPr>
              <a:t>.</a:t>
            </a:r>
            <a:r>
              <a:rPr lang="en-US" altLang="zh-CN" sz="2900" dirty="0" err="1">
                <a:solidFill>
                  <a:srgbClr val="DCDCAA"/>
                </a:solidFill>
              </a:rPr>
              <a:t>clear</a:t>
            </a:r>
            <a:r>
              <a:rPr lang="en-US" altLang="zh-CN" sz="2900" dirty="0">
                <a:solidFill>
                  <a:srgbClr val="D4D4D4"/>
                </a:solidFill>
              </a:rPr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    </a:t>
            </a:r>
            <a:r>
              <a:rPr lang="en-US" altLang="zh-CN" sz="2900" dirty="0">
                <a:solidFill>
                  <a:srgbClr val="C586C0"/>
                </a:solidFill>
              </a:rPr>
              <a:t>if</a:t>
            </a:r>
            <a:r>
              <a:rPr lang="en-US" altLang="zh-CN" sz="2900" dirty="0">
                <a:solidFill>
                  <a:srgbClr val="D4D4D4"/>
                </a:solidFill>
              </a:rPr>
              <a:t> (</a:t>
            </a:r>
            <a:r>
              <a:rPr lang="en-US" altLang="zh-CN" sz="2900" dirty="0" err="1">
                <a:solidFill>
                  <a:srgbClr val="9CDCFE"/>
                </a:solidFill>
              </a:rPr>
              <a:t>val</a:t>
            </a:r>
            <a:r>
              <a:rPr lang="en-US" altLang="zh-CN" sz="29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        </a:t>
            </a:r>
            <a:r>
              <a:rPr lang="en-US" altLang="zh-CN" sz="2900" dirty="0">
                <a:solidFill>
                  <a:srgbClr val="C586C0"/>
                </a:solidFill>
              </a:rPr>
              <a:t>do</a:t>
            </a:r>
            <a:endParaRPr lang="en-US" altLang="zh-CN" sz="2900" dirty="0">
              <a:solidFill>
                <a:srgbClr val="D4D4D4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2900" dirty="0" err="1">
                <a:solidFill>
                  <a:srgbClr val="9CDCFE"/>
                </a:solidFill>
              </a:rPr>
              <a:t>num</a:t>
            </a:r>
            <a:r>
              <a:rPr lang="en-US" altLang="zh-CN" sz="2900" dirty="0" err="1">
                <a:solidFill>
                  <a:srgbClr val="D4D4D4"/>
                </a:solidFill>
              </a:rPr>
              <a:t>.</a:t>
            </a:r>
            <a:r>
              <a:rPr lang="en-US" altLang="zh-CN" sz="2900" dirty="0" err="1">
                <a:solidFill>
                  <a:srgbClr val="DCDCAA"/>
                </a:solidFill>
              </a:rPr>
              <a:t>push_back</a:t>
            </a:r>
            <a:r>
              <a:rPr lang="en-US" altLang="zh-CN" sz="2900" dirty="0">
                <a:solidFill>
                  <a:srgbClr val="D4D4D4"/>
                </a:solidFill>
              </a:rPr>
              <a:t>(</a:t>
            </a:r>
            <a:r>
              <a:rPr lang="en-US" altLang="zh-CN" sz="2900" dirty="0" err="1">
                <a:solidFill>
                  <a:srgbClr val="9CDCFE"/>
                </a:solidFill>
              </a:rPr>
              <a:t>val</a:t>
            </a:r>
            <a:r>
              <a:rPr lang="en-US" altLang="zh-CN" sz="2900" dirty="0">
                <a:solidFill>
                  <a:srgbClr val="D4D4D4"/>
                </a:solidFill>
              </a:rPr>
              <a:t> % </a:t>
            </a:r>
            <a:r>
              <a:rPr lang="en-US" altLang="zh-CN" sz="2900" dirty="0">
                <a:solidFill>
                  <a:srgbClr val="B5CEA8"/>
                </a:solidFill>
              </a:rPr>
              <a:t>10</a:t>
            </a:r>
            <a:r>
              <a:rPr lang="en-US" altLang="zh-CN" sz="29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       </a:t>
            </a:r>
            <a:r>
              <a:rPr lang="en-US" altLang="zh-CN" sz="2900">
                <a:solidFill>
                  <a:srgbClr val="D4D4D4"/>
                </a:solidFill>
              </a:rPr>
              <a:t> </a:t>
            </a:r>
            <a:r>
              <a:rPr lang="en-US" altLang="zh-CN" sz="2900">
                <a:solidFill>
                  <a:srgbClr val="C586C0"/>
                </a:solidFill>
              </a:rPr>
              <a:t>while</a:t>
            </a:r>
            <a:r>
              <a:rPr lang="en-US" altLang="zh-CN" sz="2900" dirty="0">
                <a:solidFill>
                  <a:srgbClr val="D4D4D4"/>
                </a:solidFill>
              </a:rPr>
              <a:t> (</a:t>
            </a:r>
            <a:r>
              <a:rPr lang="en-US" altLang="zh-CN" sz="2900" dirty="0" err="1">
                <a:solidFill>
                  <a:srgbClr val="9CDCFE"/>
                </a:solidFill>
              </a:rPr>
              <a:t>val</a:t>
            </a:r>
            <a:r>
              <a:rPr lang="en-US" altLang="zh-CN" sz="2900" dirty="0">
                <a:solidFill>
                  <a:srgbClr val="D4D4D4"/>
                </a:solidFill>
              </a:rPr>
              <a:t> /= </a:t>
            </a:r>
            <a:r>
              <a:rPr lang="en-US" altLang="zh-CN" sz="2900" dirty="0">
                <a:solidFill>
                  <a:srgbClr val="B5CEA8"/>
                </a:solidFill>
              </a:rPr>
              <a:t>10</a:t>
            </a:r>
            <a:r>
              <a:rPr lang="en-US" altLang="zh-CN" sz="29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9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28</a:t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字符串的读入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考虑如何使字符与每一位一一对应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不难发现字符串是倒着存的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于是</a:t>
            </a:r>
            <a:r>
              <a:rPr lang="en-US" altLang="zh-CN" dirty="0">
                <a:solidFill>
                  <a:srgbClr val="4EC9B0"/>
                </a:solidFill>
              </a:rPr>
              <a:t>std</a:t>
            </a:r>
            <a:r>
              <a:rPr lang="en-US" altLang="zh-CN" dirty="0">
                <a:solidFill>
                  <a:srgbClr val="D4D4D4"/>
                </a:solidFill>
              </a:rPr>
              <a:t>::</a:t>
            </a:r>
            <a:r>
              <a:rPr lang="en-US" altLang="zh-CN" dirty="0">
                <a:solidFill>
                  <a:srgbClr val="DCDCAA"/>
                </a:solidFill>
              </a:rPr>
              <a:t>reverse</a:t>
            </a:r>
            <a:r>
              <a:rPr lang="zh-CN" altLang="en-US" dirty="0"/>
              <a:t>后直接赋值即可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void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DCDCAA"/>
                </a:solidFill>
              </a:rPr>
              <a:t>read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char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*const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 err="1">
                <a:solidFill>
                  <a:srgbClr val="9CDCFE"/>
                </a:solidFill>
              </a:rPr>
              <a:t>str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std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4EC9B0"/>
                </a:solidFill>
              </a:rPr>
              <a:t>string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s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 err="1">
                <a:solidFill>
                  <a:srgbClr val="9CDCFE"/>
                </a:solidFill>
              </a:rPr>
              <a:t>str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DCDCAA"/>
                </a:solidFill>
              </a:rPr>
              <a:t>read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9CDCFE"/>
                </a:solidFill>
              </a:rPr>
              <a:t>s</a:t>
            </a:r>
            <a:r>
              <a:rPr lang="en-US" altLang="zh-CN" sz="16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}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void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DCDCAA"/>
                </a:solidFill>
              </a:rPr>
              <a:t>read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char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*const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 err="1">
                <a:solidFill>
                  <a:srgbClr val="9CDCFE"/>
                </a:solidFill>
              </a:rPr>
              <a:t>str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std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4EC9B0"/>
                </a:solidFill>
              </a:rPr>
              <a:t>string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s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 err="1">
                <a:solidFill>
                  <a:srgbClr val="9CDCFE"/>
                </a:solidFill>
              </a:rPr>
              <a:t>str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DCDCAA"/>
                </a:solidFill>
              </a:rPr>
              <a:t>read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9CDCFE"/>
                </a:solidFill>
              </a:rPr>
              <a:t>s</a:t>
            </a:r>
            <a:r>
              <a:rPr lang="en-US" altLang="zh-CN" sz="16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}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void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bigint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DCDCAA"/>
                </a:solidFill>
              </a:rPr>
              <a:t>read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>
                <a:solidFill>
                  <a:srgbClr val="569CD6"/>
                </a:solidFill>
              </a:rPr>
              <a:t>const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4EC9B0"/>
                </a:solidFill>
              </a:rPr>
              <a:t>std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4EC9B0"/>
                </a:solidFill>
              </a:rPr>
              <a:t>string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569CD6"/>
                </a:solidFill>
              </a:rPr>
              <a:t>&amp;</a:t>
            </a:r>
            <a:r>
              <a:rPr lang="en-US" altLang="zh-CN" sz="1600" dirty="0" err="1">
                <a:solidFill>
                  <a:srgbClr val="9CDCFE"/>
                </a:solidFill>
              </a:rPr>
              <a:t>str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std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4EC9B0"/>
                </a:solidFill>
              </a:rPr>
              <a:t>string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s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 err="1">
                <a:solidFill>
                  <a:srgbClr val="9CDCFE"/>
                </a:solidFill>
              </a:rPr>
              <a:t>str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4EC9B0"/>
                </a:solidFill>
              </a:rPr>
              <a:t>std</a:t>
            </a:r>
            <a:r>
              <a:rPr lang="en-US" altLang="zh-CN" sz="1600" dirty="0">
                <a:solidFill>
                  <a:srgbClr val="D4D4D4"/>
                </a:solidFill>
              </a:rPr>
              <a:t>::</a:t>
            </a:r>
            <a:r>
              <a:rPr lang="en-US" altLang="zh-CN" sz="1600" dirty="0">
                <a:solidFill>
                  <a:srgbClr val="DCDCAA"/>
                </a:solidFill>
              </a:rPr>
              <a:t>reverse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 err="1">
                <a:solidFill>
                  <a:srgbClr val="9CDCFE"/>
                </a:solidFill>
              </a:rPr>
              <a:t>s</a:t>
            </a:r>
            <a:r>
              <a:rPr lang="en-US" altLang="zh-CN" sz="1600" dirty="0" err="1">
                <a:solidFill>
                  <a:srgbClr val="D4D4D4"/>
                </a:solidFill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</a:rPr>
              <a:t>begin</a:t>
            </a:r>
            <a:r>
              <a:rPr lang="en-US" altLang="zh-CN" sz="1600" dirty="0">
                <a:solidFill>
                  <a:srgbClr val="D4D4D4"/>
                </a:solidFill>
              </a:rPr>
              <a:t>(), </a:t>
            </a:r>
            <a:r>
              <a:rPr lang="en-US" altLang="zh-CN" sz="1600" dirty="0" err="1">
                <a:solidFill>
                  <a:srgbClr val="9CDCFE"/>
                </a:solidFill>
              </a:rPr>
              <a:t>s</a:t>
            </a:r>
            <a:r>
              <a:rPr lang="en-US" altLang="zh-CN" sz="1600" dirty="0" err="1">
                <a:solidFill>
                  <a:srgbClr val="D4D4D4"/>
                </a:solidFill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</a:rPr>
              <a:t>end</a:t>
            </a:r>
            <a:r>
              <a:rPr lang="en-US" altLang="zh-CN" sz="1600" dirty="0">
                <a:solidFill>
                  <a:srgbClr val="D4D4D4"/>
                </a:solidFill>
              </a:rPr>
              <a:t>());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 err="1">
                <a:solidFill>
                  <a:srgbClr val="9CDCFE"/>
                </a:solidFill>
              </a:rPr>
              <a:t>num</a:t>
            </a:r>
            <a:r>
              <a:rPr lang="en-US" altLang="zh-CN" sz="1600" dirty="0" err="1">
                <a:solidFill>
                  <a:srgbClr val="D4D4D4"/>
                </a:solidFill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</a:rPr>
              <a:t>resize</a:t>
            </a:r>
            <a:r>
              <a:rPr lang="en-US" altLang="zh-CN" sz="1600" dirty="0">
                <a:solidFill>
                  <a:srgbClr val="D4D4D4"/>
                </a:solidFill>
              </a:rPr>
              <a:t>(</a:t>
            </a:r>
            <a:r>
              <a:rPr lang="en-US" altLang="zh-CN" sz="1600" dirty="0" err="1">
                <a:solidFill>
                  <a:srgbClr val="9CDCFE"/>
                </a:solidFill>
              </a:rPr>
              <a:t>s</a:t>
            </a:r>
            <a:r>
              <a:rPr lang="en-US" altLang="zh-CN" sz="1600" dirty="0" err="1">
                <a:solidFill>
                  <a:srgbClr val="D4D4D4"/>
                </a:solidFill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</a:t>
            </a:r>
            <a:r>
              <a:rPr lang="en-US" altLang="zh-CN" sz="1600" dirty="0">
                <a:solidFill>
                  <a:srgbClr val="C586C0"/>
                </a:solidFill>
              </a:rPr>
              <a:t>for</a:t>
            </a:r>
            <a:r>
              <a:rPr lang="en-US" altLang="zh-CN" sz="1600" dirty="0">
                <a:solidFill>
                  <a:srgbClr val="D4D4D4"/>
                </a:solidFill>
              </a:rPr>
              <a:t> (</a:t>
            </a:r>
            <a:r>
              <a:rPr lang="en-US" altLang="zh-CN" sz="1600" dirty="0">
                <a:solidFill>
                  <a:srgbClr val="569CD6"/>
                </a:solidFill>
              </a:rPr>
              <a:t>unsigned</a:t>
            </a:r>
            <a:r>
              <a:rPr lang="en-US" altLang="zh-CN" sz="1600" dirty="0">
                <a:solidFill>
                  <a:srgbClr val="D4D4D4"/>
                </a:solidFill>
              </a:rPr>
              <a:t>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B5CEA8"/>
                </a:solidFill>
              </a:rPr>
              <a:t>0</a:t>
            </a:r>
            <a:r>
              <a:rPr lang="en-US" altLang="zh-CN" sz="1600" dirty="0">
                <a:solidFill>
                  <a:srgbClr val="D4D4D4"/>
                </a:solidFill>
              </a:rPr>
              <a:t>; 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 != </a:t>
            </a:r>
            <a:r>
              <a:rPr lang="en-US" altLang="zh-CN" sz="1600" dirty="0" err="1">
                <a:solidFill>
                  <a:srgbClr val="9CDCFE"/>
                </a:solidFill>
              </a:rPr>
              <a:t>s</a:t>
            </a:r>
            <a:r>
              <a:rPr lang="en-US" altLang="zh-CN" sz="1600" dirty="0" err="1">
                <a:solidFill>
                  <a:srgbClr val="D4D4D4"/>
                </a:solidFill>
              </a:rPr>
              <a:t>.</a:t>
            </a:r>
            <a:r>
              <a:rPr lang="en-US" altLang="zh-CN" sz="1600" dirty="0" err="1">
                <a:solidFill>
                  <a:srgbClr val="DCDCAA"/>
                </a:solidFill>
              </a:rPr>
              <a:t>size</a:t>
            </a:r>
            <a:r>
              <a:rPr lang="en-US" altLang="zh-CN" sz="1600" dirty="0">
                <a:solidFill>
                  <a:srgbClr val="D4D4D4"/>
                </a:solidFill>
              </a:rPr>
              <a:t>(); ++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4D4D4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        </a:t>
            </a:r>
            <a:r>
              <a:rPr lang="en-US" altLang="zh-CN" sz="1600" dirty="0">
                <a:solidFill>
                  <a:srgbClr val="9CDCFE"/>
                </a:solidFill>
              </a:rPr>
              <a:t>num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= </a:t>
            </a:r>
            <a:r>
              <a:rPr lang="en-US" altLang="zh-CN" sz="1600" dirty="0">
                <a:solidFill>
                  <a:srgbClr val="9CDCFE"/>
                </a:solidFill>
              </a:rPr>
              <a:t>s</a:t>
            </a:r>
            <a:r>
              <a:rPr lang="en-US" altLang="zh-CN" sz="1600" dirty="0">
                <a:solidFill>
                  <a:srgbClr val="DCDCAA"/>
                </a:solidFill>
              </a:rPr>
              <a:t>[</a:t>
            </a:r>
            <a:r>
              <a:rPr lang="en-US" altLang="zh-CN" sz="1600" dirty="0">
                <a:solidFill>
                  <a:srgbClr val="9CDCFE"/>
                </a:solidFill>
              </a:rPr>
              <a:t>i</a:t>
            </a:r>
            <a:r>
              <a:rPr lang="en-US" altLang="zh-CN" sz="1600" dirty="0">
                <a:solidFill>
                  <a:srgbClr val="DCDCAA"/>
                </a:solidFill>
              </a:rPr>
              <a:t>]</a:t>
            </a:r>
            <a:r>
              <a:rPr lang="en-US" altLang="zh-CN" sz="1600" dirty="0">
                <a:solidFill>
                  <a:srgbClr val="D4D4D4"/>
                </a:solidFill>
              </a:rPr>
              <a:t> &amp; </a:t>
            </a:r>
            <a:r>
              <a:rPr lang="en-US" altLang="zh-CN" sz="1600" dirty="0">
                <a:solidFill>
                  <a:srgbClr val="B5CEA8"/>
                </a:solidFill>
              </a:rPr>
              <a:t>15</a:t>
            </a:r>
            <a:r>
              <a:rPr lang="en-US" altLang="zh-CN" sz="1600" dirty="0">
                <a:solidFill>
                  <a:srgbClr val="D4D4D4"/>
                </a:solidFill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6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30</a:t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直接从高位到低位输出即可</a:t>
            </a:r>
            <a:r>
              <a:rPr lang="en-US" altLang="zh-CN" dirty="0"/>
              <a:t>,</a:t>
            </a:r>
            <a:r>
              <a:rPr lang="zh-CN" altLang="en-US" dirty="0"/>
              <a:t>记得特判</a:t>
            </a:r>
            <a:r>
              <a:rPr lang="en-US" altLang="zh-CN" dirty="0">
                <a:solidFill>
                  <a:srgbClr val="B5CEA8"/>
                </a:solidFill>
              </a:rPr>
              <a:t>0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569CD6"/>
                </a:solidFill>
              </a:rPr>
              <a:t>void</a:t>
            </a: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>
                <a:solidFill>
                  <a:srgbClr val="4EC9B0"/>
                </a:solidFill>
              </a:rPr>
              <a:t>bigint</a:t>
            </a:r>
            <a:r>
              <a:rPr lang="en-US" altLang="zh-CN" sz="2700">
                <a:solidFill>
                  <a:srgbClr val="D4D4D4"/>
                </a:solidFill>
              </a:rPr>
              <a:t>::</a:t>
            </a:r>
            <a:r>
              <a:rPr lang="en-US" altLang="zh-CN" sz="2700">
                <a:solidFill>
                  <a:srgbClr val="DCDCAA"/>
                </a:solidFill>
              </a:rPr>
              <a:t>write</a:t>
            </a:r>
            <a:r>
              <a:rPr lang="en-US" altLang="zh-CN" sz="2700" dirty="0">
                <a:solidFill>
                  <a:srgbClr val="D4D4D4"/>
                </a:solidFill>
              </a:rPr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{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    </a:t>
            </a:r>
            <a:r>
              <a:rPr lang="en-US" altLang="zh-CN" sz="2700" dirty="0">
                <a:solidFill>
                  <a:srgbClr val="C586C0"/>
                </a:solidFill>
              </a:rPr>
              <a:t>if</a:t>
            </a:r>
            <a:r>
              <a:rPr lang="en-US" altLang="zh-CN" sz="2700" dirty="0">
                <a:solidFill>
                  <a:srgbClr val="D4D4D4"/>
                </a:solidFill>
              </a:rPr>
              <a:t> (</a:t>
            </a:r>
            <a:r>
              <a:rPr lang="en-US" altLang="zh-CN" sz="2700" dirty="0" err="1">
                <a:solidFill>
                  <a:srgbClr val="9CDCFE"/>
                </a:solidFill>
              </a:rPr>
              <a:t>num</a:t>
            </a:r>
            <a:r>
              <a:rPr lang="en-US" altLang="zh-CN" sz="2700" dirty="0" err="1">
                <a:solidFill>
                  <a:srgbClr val="D4D4D4"/>
                </a:solidFill>
              </a:rPr>
              <a:t>.</a:t>
            </a:r>
            <a:r>
              <a:rPr lang="en-US" altLang="zh-CN" sz="2700" dirty="0" err="1">
                <a:solidFill>
                  <a:srgbClr val="DCDCAA"/>
                </a:solidFill>
              </a:rPr>
              <a:t>empty</a:t>
            </a:r>
            <a:r>
              <a:rPr lang="en-US" altLang="zh-CN" sz="2700" dirty="0">
                <a:solidFill>
                  <a:srgbClr val="D4D4D4"/>
                </a:solidFill>
              </a:rPr>
              <a:t>())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        </a:t>
            </a:r>
            <a:r>
              <a:rPr lang="en-US" altLang="zh-CN" sz="2700" dirty="0" err="1">
                <a:solidFill>
                  <a:srgbClr val="DCDCAA"/>
                </a:solidFill>
              </a:rPr>
              <a:t>putchar</a:t>
            </a:r>
            <a:r>
              <a:rPr lang="en-US" altLang="zh-CN" sz="2700" dirty="0">
                <a:solidFill>
                  <a:srgbClr val="D4D4D4"/>
                </a:solidFill>
              </a:rPr>
              <a:t>(</a:t>
            </a:r>
            <a:r>
              <a:rPr lang="en-US" altLang="zh-CN" sz="2700" dirty="0">
                <a:solidFill>
                  <a:srgbClr val="CE9178"/>
                </a:solidFill>
              </a:rPr>
              <a:t>'0'</a:t>
            </a:r>
            <a:r>
              <a:rPr lang="en-US" altLang="zh-CN" sz="27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    </a:t>
            </a:r>
            <a:r>
              <a:rPr lang="en-US" altLang="zh-CN" sz="2700" dirty="0">
                <a:solidFill>
                  <a:srgbClr val="C586C0"/>
                </a:solidFill>
              </a:rPr>
              <a:t>for</a:t>
            </a:r>
            <a:r>
              <a:rPr lang="en-US" altLang="zh-CN" sz="2700" dirty="0">
                <a:solidFill>
                  <a:srgbClr val="D4D4D4"/>
                </a:solidFill>
              </a:rPr>
              <a:t> (</a:t>
            </a:r>
            <a:r>
              <a:rPr lang="en-US" altLang="zh-CN" sz="2700" dirty="0">
                <a:solidFill>
                  <a:srgbClr val="569CD6"/>
                </a:solidFill>
              </a:rPr>
              <a:t>unsigned</a:t>
            </a:r>
            <a:r>
              <a:rPr lang="en-US" altLang="zh-CN" sz="2700" dirty="0">
                <a:solidFill>
                  <a:srgbClr val="D4D4D4"/>
                </a:solidFill>
              </a:rPr>
              <a:t> </a:t>
            </a:r>
            <a:r>
              <a:rPr lang="en-US" altLang="zh-CN" sz="2700" dirty="0">
                <a:solidFill>
                  <a:srgbClr val="9CDCFE"/>
                </a:solidFill>
              </a:rPr>
              <a:t>i</a:t>
            </a:r>
            <a:r>
              <a:rPr lang="en-US" altLang="zh-CN" sz="2700" dirty="0">
                <a:solidFill>
                  <a:srgbClr val="D4D4D4"/>
                </a:solidFill>
              </a:rPr>
              <a:t> = </a:t>
            </a:r>
            <a:r>
              <a:rPr lang="en-US" altLang="zh-CN" sz="2700" dirty="0" err="1">
                <a:solidFill>
                  <a:srgbClr val="9CDCFE"/>
                </a:solidFill>
              </a:rPr>
              <a:t>num</a:t>
            </a:r>
            <a:r>
              <a:rPr lang="en-US" altLang="zh-CN" sz="2700" dirty="0" err="1">
                <a:solidFill>
                  <a:srgbClr val="D4D4D4"/>
                </a:solidFill>
              </a:rPr>
              <a:t>.</a:t>
            </a:r>
            <a:r>
              <a:rPr lang="en-US" altLang="zh-CN" sz="2700" dirty="0" err="1">
                <a:solidFill>
                  <a:srgbClr val="DCDCAA"/>
                </a:solidFill>
              </a:rPr>
              <a:t>size</a:t>
            </a:r>
            <a:r>
              <a:rPr lang="en-US" altLang="zh-CN" sz="2700" dirty="0">
                <a:solidFill>
                  <a:srgbClr val="D4D4D4"/>
                </a:solidFill>
              </a:rPr>
              <a:t>(); </a:t>
            </a:r>
            <a:r>
              <a:rPr lang="en-US" altLang="zh-CN" sz="2700" dirty="0">
                <a:solidFill>
                  <a:srgbClr val="9CDCFE"/>
                </a:solidFill>
              </a:rPr>
              <a:t>i</a:t>
            </a:r>
            <a:r>
              <a:rPr lang="en-US" altLang="zh-CN" sz="2700" dirty="0">
                <a:solidFill>
                  <a:srgbClr val="D4D4D4"/>
                </a:solidFill>
              </a:rPr>
              <a:t>--;)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        </a:t>
            </a:r>
            <a:r>
              <a:rPr lang="en-US" altLang="zh-CN" sz="2700" dirty="0" err="1">
                <a:solidFill>
                  <a:srgbClr val="DCDCAA"/>
                </a:solidFill>
              </a:rPr>
              <a:t>putchar</a:t>
            </a:r>
            <a:r>
              <a:rPr lang="en-US" altLang="zh-CN" sz="2700" dirty="0">
                <a:solidFill>
                  <a:srgbClr val="D4D4D4"/>
                </a:solidFill>
              </a:rPr>
              <a:t>(</a:t>
            </a:r>
            <a:r>
              <a:rPr lang="en-US" altLang="zh-CN" sz="2700" dirty="0">
                <a:solidFill>
                  <a:srgbClr val="9CDCFE"/>
                </a:solidFill>
              </a:rPr>
              <a:t>num</a:t>
            </a:r>
            <a:r>
              <a:rPr lang="en-US" altLang="zh-CN" sz="2700" dirty="0">
                <a:solidFill>
                  <a:srgbClr val="DCDCAA"/>
                </a:solidFill>
              </a:rPr>
              <a:t>[</a:t>
            </a:r>
            <a:r>
              <a:rPr lang="en-US" altLang="zh-CN" sz="2700" dirty="0">
                <a:solidFill>
                  <a:srgbClr val="9CDCFE"/>
                </a:solidFill>
              </a:rPr>
              <a:t>i</a:t>
            </a:r>
            <a:r>
              <a:rPr lang="en-US" altLang="zh-CN" sz="2700" dirty="0">
                <a:solidFill>
                  <a:srgbClr val="DCDCAA"/>
                </a:solidFill>
              </a:rPr>
              <a:t>]</a:t>
            </a:r>
            <a:r>
              <a:rPr lang="en-US" altLang="zh-CN" sz="2700" dirty="0">
                <a:solidFill>
                  <a:srgbClr val="D4D4D4"/>
                </a:solidFill>
              </a:rPr>
              <a:t> | </a:t>
            </a:r>
            <a:r>
              <a:rPr lang="en-US" altLang="zh-CN" sz="2700" dirty="0">
                <a:solidFill>
                  <a:srgbClr val="CE9178"/>
                </a:solidFill>
              </a:rPr>
              <a:t>'0'</a:t>
            </a:r>
            <a:r>
              <a:rPr lang="en-US" altLang="zh-CN" sz="2700" dirty="0">
                <a:solidFill>
                  <a:srgbClr val="D4D4D4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700" dirty="0">
                <a:solidFill>
                  <a:srgbClr val="D4D4D4"/>
                </a:solidFill>
              </a:rPr>
              <a:t>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压位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所谓的压位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就是把传统的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zh-CN" altLang="en-US" dirty="0"/>
                  <a:t>进制修改为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进制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en-US" dirty="0"/>
                  <a:t>进制甚至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zh-CN" altLang="en-US" dirty="0"/>
                  <a:t>进制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zh-CN" altLang="en-US" dirty="0"/>
                  <a:t>进制或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zh-CN" altLang="en-US" dirty="0"/>
                  <a:t>进制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但是由于整型最大只能存储</a:t>
                </a:r>
                <a:r>
                  <a:rPr lang="en-US" altLang="zh-CN" dirty="0">
                    <a:solidFill>
                      <a:srgbClr val="B5CEA8"/>
                    </a:solidFill>
                  </a:rPr>
                  <a:t>18446744073709551615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因此一般最大压位不超过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zh-CN" altLang="en-US" dirty="0"/>
                  <a:t>进制</a:t>
                </a:r>
                <a:r>
                  <a:rPr lang="en-US" altLang="zh-CN" dirty="0"/>
                  <a:t>.</a:t>
                </a:r>
              </a:p>
              <a:p>
                <a:r>
                  <a:rPr lang="zh-CN" altLang="en-US" dirty="0"/>
                  <a:t>压位后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要注意所有可能会整型溢出的地方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7" name="左箭头 6">
            <a:hlinkClick r:id="rId3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内置的比较运算符一共有</a:t>
            </a:r>
            <a:r>
              <a:rPr lang="en-US" altLang="zh-CN" dirty="0">
                <a:solidFill>
                  <a:srgbClr val="B5CEA8"/>
                </a:solidFill>
              </a:rPr>
              <a:t>6</a:t>
            </a:r>
            <a:r>
              <a:rPr lang="zh-CN" altLang="en-US" dirty="0"/>
              <a:t>种</a:t>
            </a:r>
            <a:r>
              <a:rPr lang="en-US" altLang="zh-CN" dirty="0"/>
              <a:t>,</a:t>
            </a:r>
            <a:r>
              <a:rPr lang="zh-CN" altLang="en-US" dirty="0"/>
              <a:t>之前在</a:t>
            </a:r>
            <a:r>
              <a:rPr lang="en-US" altLang="zh-CN" dirty="0"/>
              <a:t>C++</a:t>
            </a:r>
            <a:r>
              <a:rPr lang="zh-CN" altLang="en-US" dirty="0"/>
              <a:t>基础语法与</a:t>
            </a:r>
            <a:r>
              <a:rPr lang="en-US" altLang="zh-CN" dirty="0"/>
              <a:t>STL</a:t>
            </a:r>
            <a:r>
              <a:rPr lang="zh-CN" altLang="en-US" dirty="0"/>
              <a:t>中均有提及</a:t>
            </a:r>
            <a:r>
              <a:rPr lang="en-US" altLang="zh-CN" dirty="0"/>
              <a:t>,</a:t>
            </a:r>
            <a:r>
              <a:rPr lang="zh-CN" altLang="en-US" dirty="0"/>
              <a:t>我们只需要实现一个严格弱序的比较方式即可实现其它所有操作</a:t>
            </a:r>
            <a:r>
              <a:rPr lang="en-US" altLang="zh-CN" dirty="0"/>
              <a:t>,</a:t>
            </a:r>
            <a:r>
              <a:rPr lang="zh-CN" altLang="en-US" dirty="0"/>
              <a:t>而整数的比较恰好满足条件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因此我们只需要实现</a:t>
            </a:r>
            <a:r>
              <a:rPr lang="en-US" altLang="zh-CN" dirty="0">
                <a:solidFill>
                  <a:srgbClr val="C586C0"/>
                </a:solidFill>
              </a:rPr>
              <a:t>operator&lt;</a:t>
            </a:r>
            <a:r>
              <a:rPr lang="zh-CN" altLang="en-US" dirty="0"/>
              <a:t>即可实现所有比较运算符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而</a:t>
            </a:r>
            <a:r>
              <a:rPr lang="en-US" altLang="zh-CN" dirty="0">
                <a:solidFill>
                  <a:srgbClr val="C586C0"/>
                </a:solidFill>
              </a:rPr>
              <a:t>operator&lt;</a:t>
            </a:r>
            <a:r>
              <a:rPr lang="zh-CN" altLang="en-US" dirty="0"/>
              <a:t>只需要把长度作为第一关键字</a:t>
            </a:r>
            <a:r>
              <a:rPr lang="en-US" altLang="zh-CN" dirty="0"/>
              <a:t>,</a:t>
            </a:r>
            <a:r>
              <a:rPr lang="zh-CN" altLang="en-US" dirty="0"/>
              <a:t>字典序作为第二关键字比较即可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7" name="左箭头 6">
            <a:hlinkClick r:id="rId2" action="ppaction://hlinksldjump"/>
          </p:cNvPr>
          <p:cNvSpPr/>
          <p:nvPr/>
        </p:nvSpPr>
        <p:spPr>
          <a:xfrm>
            <a:off x="133164" y="92076"/>
            <a:ext cx="766428" cy="699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简单代码实现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bool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operator&lt;</a:t>
            </a:r>
            <a:r>
              <a:rPr lang="en-US" altLang="zh-CN" sz="1390" dirty="0">
                <a:solidFill>
                  <a:srgbClr val="D4D4D4"/>
                </a:solidFill>
              </a:rPr>
              <a:t>(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, 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{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    </a:t>
            </a:r>
            <a:r>
              <a:rPr lang="en-US" altLang="zh-CN" sz="1390" dirty="0">
                <a:solidFill>
                  <a:srgbClr val="C586C0"/>
                </a:solidFill>
              </a:rPr>
              <a:t>if</a:t>
            </a:r>
            <a:r>
              <a:rPr lang="en-US" altLang="zh-CN" sz="1390" dirty="0">
                <a:solidFill>
                  <a:srgbClr val="D4D4D4"/>
                </a:solidFill>
              </a:rPr>
              <a:t> (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DCDCAA"/>
                </a:solidFill>
              </a:rPr>
              <a:t>size</a:t>
            </a:r>
            <a:r>
              <a:rPr lang="en-US" altLang="zh-CN" sz="1390" dirty="0">
                <a:solidFill>
                  <a:srgbClr val="D4D4D4"/>
                </a:solidFill>
              </a:rPr>
              <a:t>() !=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DCDCAA"/>
                </a:solidFill>
              </a:rPr>
              <a:t>size</a:t>
            </a:r>
            <a:r>
              <a:rPr lang="en-US" altLang="zh-CN" sz="1390" dirty="0">
                <a:solidFill>
                  <a:srgbClr val="D4D4D4"/>
                </a:solidFill>
              </a:rPr>
              <a:t>())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       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DCDCAA"/>
                </a:solidFill>
              </a:rPr>
              <a:t>size</a:t>
            </a:r>
            <a:r>
              <a:rPr lang="en-US" altLang="zh-CN" sz="1390" dirty="0">
                <a:solidFill>
                  <a:srgbClr val="D4D4D4"/>
                </a:solidFill>
              </a:rPr>
              <a:t>() &lt;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DCDCAA"/>
                </a:solidFill>
              </a:rPr>
              <a:t>size</a:t>
            </a:r>
            <a:r>
              <a:rPr lang="en-US" altLang="zh-CN" sz="1390" dirty="0">
                <a:solidFill>
                  <a:srgbClr val="D4D4D4"/>
                </a:solidFill>
              </a:rPr>
              <a:t>();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    </a:t>
            </a:r>
            <a:r>
              <a:rPr lang="en-US" altLang="zh-CN" sz="1390" dirty="0">
                <a:solidFill>
                  <a:srgbClr val="C586C0"/>
                </a:solidFill>
              </a:rPr>
              <a:t>for</a:t>
            </a:r>
            <a:r>
              <a:rPr lang="en-US" altLang="zh-CN" sz="1390" dirty="0">
                <a:solidFill>
                  <a:srgbClr val="D4D4D4"/>
                </a:solidFill>
              </a:rPr>
              <a:t> (</a:t>
            </a:r>
            <a:r>
              <a:rPr lang="en-US" altLang="zh-CN" sz="1390" dirty="0">
                <a:solidFill>
                  <a:srgbClr val="569CD6"/>
                </a:solidFill>
              </a:rPr>
              <a:t>unsigned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i</a:t>
            </a:r>
            <a:r>
              <a:rPr lang="en-US" altLang="zh-CN" sz="1390" dirty="0">
                <a:solidFill>
                  <a:srgbClr val="D4D4D4"/>
                </a:solidFill>
              </a:rPr>
              <a:t> =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DCDCAA"/>
                </a:solidFill>
              </a:rPr>
              <a:t>size</a:t>
            </a:r>
            <a:r>
              <a:rPr lang="en-US" altLang="zh-CN" sz="1390" dirty="0">
                <a:solidFill>
                  <a:srgbClr val="D4D4D4"/>
                </a:solidFill>
              </a:rPr>
              <a:t>(); </a:t>
            </a:r>
            <a:r>
              <a:rPr lang="en-US" altLang="zh-CN" sz="1390" dirty="0">
                <a:solidFill>
                  <a:srgbClr val="9CDCFE"/>
                </a:solidFill>
              </a:rPr>
              <a:t>i</a:t>
            </a:r>
            <a:r>
              <a:rPr lang="en-US" altLang="zh-CN" sz="1390" dirty="0">
                <a:solidFill>
                  <a:srgbClr val="D4D4D4"/>
                </a:solidFill>
              </a:rPr>
              <a:t>--;)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        </a:t>
            </a:r>
            <a:r>
              <a:rPr lang="en-US" altLang="zh-CN" sz="1390" dirty="0">
                <a:solidFill>
                  <a:srgbClr val="C586C0"/>
                </a:solidFill>
              </a:rPr>
              <a:t>if</a:t>
            </a:r>
            <a:r>
              <a:rPr lang="en-US" altLang="zh-CN" sz="1390" dirty="0">
                <a:solidFill>
                  <a:srgbClr val="D4D4D4"/>
                </a:solidFill>
              </a:rPr>
              <a:t> (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CDCAA"/>
                </a:solidFill>
              </a:rPr>
              <a:t>[</a:t>
            </a:r>
            <a:r>
              <a:rPr lang="en-US" altLang="zh-CN" sz="1390" dirty="0">
                <a:solidFill>
                  <a:srgbClr val="9CDCFE"/>
                </a:solidFill>
              </a:rPr>
              <a:t>i</a:t>
            </a:r>
            <a:r>
              <a:rPr lang="en-US" altLang="zh-CN" sz="1390" dirty="0">
                <a:solidFill>
                  <a:srgbClr val="DCDCAA"/>
                </a:solidFill>
              </a:rPr>
              <a:t>]</a:t>
            </a:r>
            <a:r>
              <a:rPr lang="en-US" altLang="zh-CN" sz="1390" dirty="0">
                <a:solidFill>
                  <a:srgbClr val="D4D4D4"/>
                </a:solidFill>
              </a:rPr>
              <a:t> !=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CDCAA"/>
                </a:solidFill>
              </a:rPr>
              <a:t>[</a:t>
            </a:r>
            <a:r>
              <a:rPr lang="en-US" altLang="zh-CN" sz="1390" dirty="0">
                <a:solidFill>
                  <a:srgbClr val="9CDCFE"/>
                </a:solidFill>
              </a:rPr>
              <a:t>i</a:t>
            </a:r>
            <a:r>
              <a:rPr lang="en-US" altLang="zh-CN" sz="1390" dirty="0">
                <a:solidFill>
                  <a:srgbClr val="DCDCAA"/>
                </a:solidFill>
              </a:rPr>
              <a:t>]</a:t>
            </a:r>
            <a:r>
              <a:rPr lang="en-US" altLang="zh-CN" sz="1390" dirty="0">
                <a:solidFill>
                  <a:srgbClr val="D4D4D4"/>
                </a:solidFill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           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CDCAA"/>
                </a:solidFill>
              </a:rPr>
              <a:t>[</a:t>
            </a:r>
            <a:r>
              <a:rPr lang="en-US" altLang="zh-CN" sz="1390" dirty="0">
                <a:solidFill>
                  <a:srgbClr val="9CDCFE"/>
                </a:solidFill>
              </a:rPr>
              <a:t>i</a:t>
            </a:r>
            <a:r>
              <a:rPr lang="en-US" altLang="zh-CN" sz="1390" dirty="0">
                <a:solidFill>
                  <a:srgbClr val="DCDCAA"/>
                </a:solidFill>
              </a:rPr>
              <a:t>]</a:t>
            </a:r>
            <a:r>
              <a:rPr lang="en-US" altLang="zh-CN" sz="1390" dirty="0">
                <a:solidFill>
                  <a:srgbClr val="D4D4D4"/>
                </a:solidFill>
              </a:rPr>
              <a:t> &lt;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.</a:t>
            </a:r>
            <a:r>
              <a:rPr lang="en-US" altLang="zh-CN" sz="1390" dirty="0">
                <a:solidFill>
                  <a:srgbClr val="9CDCFE"/>
                </a:solidFill>
              </a:rPr>
              <a:t>num</a:t>
            </a:r>
            <a:r>
              <a:rPr lang="en-US" altLang="zh-CN" sz="1390" dirty="0">
                <a:solidFill>
                  <a:srgbClr val="DCDCAA"/>
                </a:solidFill>
              </a:rPr>
              <a:t>[</a:t>
            </a:r>
            <a:r>
              <a:rPr lang="en-US" altLang="zh-CN" sz="1390" dirty="0">
                <a:solidFill>
                  <a:srgbClr val="9CDCFE"/>
                </a:solidFill>
              </a:rPr>
              <a:t>i</a:t>
            </a:r>
            <a:r>
              <a:rPr lang="en-US" altLang="zh-CN" sz="1390" dirty="0">
                <a:solidFill>
                  <a:srgbClr val="DCDCAA"/>
                </a:solidFill>
              </a:rPr>
              <a:t>]</a:t>
            </a:r>
            <a:r>
              <a:rPr lang="en-US" altLang="zh-CN" sz="139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   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false</a:t>
            </a:r>
            <a:r>
              <a:rPr lang="en-US" altLang="zh-CN" sz="1390" dirty="0">
                <a:solidFill>
                  <a:srgbClr val="D4D4D4"/>
                </a:solidFill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}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bool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operator&gt;</a:t>
            </a:r>
            <a:r>
              <a:rPr lang="en-US" altLang="zh-CN" sz="1390" dirty="0">
                <a:solidFill>
                  <a:srgbClr val="D4D4D4"/>
                </a:solidFill>
              </a:rPr>
              <a:t>(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, 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 {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&gt;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; }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bool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operator==</a:t>
            </a:r>
            <a:r>
              <a:rPr lang="en-US" altLang="zh-CN" sz="1390" dirty="0">
                <a:solidFill>
                  <a:srgbClr val="D4D4D4"/>
                </a:solidFill>
              </a:rPr>
              <a:t>(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, 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 {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!(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&lt;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 ||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&lt;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); }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bool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operator!=</a:t>
            </a:r>
            <a:r>
              <a:rPr lang="en-US" altLang="zh-CN" sz="1390" dirty="0">
                <a:solidFill>
                  <a:srgbClr val="D4D4D4"/>
                </a:solidFill>
              </a:rPr>
              <a:t>(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, 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 {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&lt;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 ||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&lt;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; }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bool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operator&lt;=</a:t>
            </a:r>
            <a:r>
              <a:rPr lang="en-US" altLang="zh-CN" sz="1390" dirty="0">
                <a:solidFill>
                  <a:srgbClr val="D4D4D4"/>
                </a:solidFill>
              </a:rPr>
              <a:t>(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, 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 {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!(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&lt;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); }</a:t>
            </a:r>
          </a:p>
          <a:p>
            <a:pPr>
              <a:buFont typeface="+mj-lt"/>
              <a:buAutoNum type="arabicPeriod"/>
            </a:pP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bool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operator&gt;=</a:t>
            </a:r>
            <a:r>
              <a:rPr lang="en-US" altLang="zh-CN" sz="1390" dirty="0">
                <a:solidFill>
                  <a:srgbClr val="D4D4D4"/>
                </a:solidFill>
              </a:rPr>
              <a:t>(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, </a:t>
            </a:r>
            <a:r>
              <a:rPr lang="en-US" altLang="zh-CN" sz="1390" dirty="0">
                <a:solidFill>
                  <a:srgbClr val="569CD6"/>
                </a:solidFill>
              </a:rPr>
              <a:t>const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4EC9B0"/>
                </a:solidFill>
              </a:rPr>
              <a:t>bigint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569CD6"/>
                </a:solidFill>
              </a:rPr>
              <a:t>&amp;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 { </a:t>
            </a:r>
            <a:r>
              <a:rPr lang="en-US" altLang="zh-CN" sz="1390" dirty="0">
                <a:solidFill>
                  <a:srgbClr val="C586C0"/>
                </a:solidFill>
              </a:rPr>
              <a:t>return</a:t>
            </a:r>
            <a:r>
              <a:rPr lang="en-US" altLang="zh-CN" sz="1390" dirty="0">
                <a:solidFill>
                  <a:srgbClr val="D4D4D4"/>
                </a:solidFill>
              </a:rPr>
              <a:t> !(</a:t>
            </a:r>
            <a:r>
              <a:rPr lang="en-US" altLang="zh-CN" sz="1390" dirty="0">
                <a:solidFill>
                  <a:srgbClr val="9CDCFE"/>
                </a:solidFill>
              </a:rPr>
              <a:t>A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DCDCAA"/>
                </a:solidFill>
              </a:rPr>
              <a:t>&lt;</a:t>
            </a:r>
            <a:r>
              <a:rPr lang="en-US" altLang="zh-CN" sz="1390" dirty="0">
                <a:solidFill>
                  <a:srgbClr val="D4D4D4"/>
                </a:solidFill>
              </a:rPr>
              <a:t> </a:t>
            </a:r>
            <a:r>
              <a:rPr lang="en-US" altLang="zh-CN" sz="1390" dirty="0">
                <a:solidFill>
                  <a:srgbClr val="9CDCFE"/>
                </a:solidFill>
              </a:rPr>
              <a:t>B</a:t>
            </a:r>
            <a:r>
              <a:rPr lang="en-US" altLang="zh-CN" sz="1390" dirty="0">
                <a:solidFill>
                  <a:srgbClr val="D4D4D4"/>
                </a:solidFill>
              </a:rPr>
              <a:t>); 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35</a:t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进制转换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3000" dirty="0"/>
                  <a:t>进制下一个数可以表示成</a:t>
                </a:r>
                <a:r>
                  <a:rPr lang="en-US" altLang="zh-CN" sz="3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3000" b="0" dirty="0"/>
              </a:p>
              <a:p>
                <a:r>
                  <a:rPr lang="zh-CN" altLang="en-US" sz="3000" b="0" dirty="0"/>
                  <a:t>显然可以变换成这样的形式</a:t>
                </a:r>
                <a:r>
                  <a:rPr lang="en-US" altLang="zh-CN" sz="3000" b="0" dirty="0"/>
                  <a:t>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+⋯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3000" b="0" dirty="0"/>
              </a:p>
              <a:p>
                <a:r>
                  <a:rPr lang="zh-CN" altLang="en-US" sz="3000" b="0" dirty="0"/>
                  <a:t>取模</a:t>
                </a:r>
                <a:r>
                  <a:rPr lang="en-US" altLang="zh-CN" sz="3000" b="0" dirty="0"/>
                  <a:t>+</a:t>
                </a:r>
                <a:r>
                  <a:rPr lang="zh-CN" altLang="en-US" sz="3000" b="0" dirty="0"/>
                  <a:t>除法即可完成</a:t>
                </a:r>
                <a:r>
                  <a:rPr lang="en-US" altLang="zh-CN" sz="3000" b="0" dirty="0"/>
                  <a:t>,</a:t>
                </a:r>
                <a:r>
                  <a:rPr lang="zh-CN" altLang="en-US" sz="3000" b="0" dirty="0"/>
                  <a:t>单次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^2)</m:t>
                    </m:r>
                  </m:oMath>
                </a14:m>
                <a:r>
                  <a:rPr lang="en-US" altLang="zh-CN" sz="3000" b="0" dirty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DCFC-6919-40DE-B306-59988C792B11}" type="datetime1">
              <a:rPr lang="zh-CN" altLang="en-US" smtClean="0"/>
              <a:t>2025/1/5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Chinese_zjc_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B028-0E88-438A-AE1B-730E708E24E5}" type="slidenum">
              <a:rPr lang="zh-CN" altLang="en-US" smtClean="0"/>
              <a:t>36</a:t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7F7F7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3117</Words>
  <Application>Microsoft Office PowerPoint</Application>
  <PresentationFormat>全屏显示(4:3)</PresentationFormat>
  <Paragraphs>454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等线</vt:lpstr>
      <vt:lpstr>微软雅黑</vt:lpstr>
      <vt:lpstr>Arial</vt:lpstr>
      <vt:lpstr>Calibri</vt:lpstr>
      <vt:lpstr>Cambria Math</vt:lpstr>
      <vt:lpstr>Consolas</vt:lpstr>
      <vt:lpstr>Office 主题​​</vt:lpstr>
      <vt:lpstr>高精度</vt:lpstr>
      <vt:lpstr>写在前面</vt:lpstr>
      <vt:lpstr>目录</vt:lpstr>
      <vt:lpstr>构造</vt:lpstr>
      <vt:lpstr>简单代码实现</vt:lpstr>
      <vt:lpstr>四则运算</vt:lpstr>
      <vt:lpstr>加法</vt:lpstr>
      <vt:lpstr>简单代码实现</vt:lpstr>
      <vt:lpstr>减法</vt:lpstr>
      <vt:lpstr>简单代码实现</vt:lpstr>
      <vt:lpstr>乘法</vt:lpstr>
      <vt:lpstr>高精度乘单精度</vt:lpstr>
      <vt:lpstr>简单代码实现</vt:lpstr>
      <vt:lpstr>高精度乘高精度</vt:lpstr>
      <vt:lpstr>简单代码实现</vt:lpstr>
      <vt:lpstr>除法</vt:lpstr>
      <vt:lpstr>单精度除高精度</vt:lpstr>
      <vt:lpstr>简单代码实现</vt:lpstr>
      <vt:lpstr>简单代码实现</vt:lpstr>
      <vt:lpstr>高精度除高精度</vt:lpstr>
      <vt:lpstr>简单代码实现</vt:lpstr>
      <vt:lpstr>简单代码实现</vt:lpstr>
      <vt:lpstr>简单代码实现</vt:lpstr>
      <vt:lpstr>简单代码实现</vt:lpstr>
      <vt:lpstr>其他操作</vt:lpstr>
      <vt:lpstr>读入</vt:lpstr>
      <vt:lpstr>整型的读入</vt:lpstr>
      <vt:lpstr>简单代码实现</vt:lpstr>
      <vt:lpstr>字符串的读入</vt:lpstr>
      <vt:lpstr>简单代码实现</vt:lpstr>
      <vt:lpstr>输出</vt:lpstr>
      <vt:lpstr>简单代码实现</vt:lpstr>
      <vt:lpstr>压位</vt:lpstr>
      <vt:lpstr>比较操作</vt:lpstr>
      <vt:lpstr>简单代码实现</vt:lpstr>
      <vt:lpstr>进制转换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高精度</dc:title>
  <dc:creator>Chinese_zjc_</dc:creator>
  <cp:lastModifiedBy>Administrator</cp:lastModifiedBy>
  <cp:revision>1526</cp:revision>
  <dcterms:created xsi:type="dcterms:W3CDTF">2020-12-17T05:38:00Z</dcterms:created>
  <dcterms:modified xsi:type="dcterms:W3CDTF">2025-01-05T14:54:17Z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E939D013B1CD471CA4588D5EC81FB6C2</vt:lpwstr>
  </property>
  <property fmtid="{D5CDD505-2E9C-101B-9397-08002B2CF9AE}" pid="3" name="KSOProductBuildVer">
    <vt:lpwstr>2052-11.1.0.11194</vt:lpwstr>
  </property>
</Properties>
</file>